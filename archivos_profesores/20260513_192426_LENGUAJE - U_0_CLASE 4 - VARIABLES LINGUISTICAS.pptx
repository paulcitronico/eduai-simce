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85" r:id="rId5"/>
    <p:sldId id="310" r:id="rId6"/>
    <p:sldId id="274" r:id="rId7"/>
    <p:sldId id="276" r:id="rId8"/>
    <p:sldId id="277" r:id="rId9"/>
    <p:sldId id="278" r:id="rId10"/>
    <p:sldId id="290" r:id="rId11"/>
    <p:sldId id="291" r:id="rId12"/>
    <p:sldId id="293" r:id="rId13"/>
    <p:sldId id="30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8616A-94D0-411B-87C0-01FFEC00D535}" v="2" dt="2022-04-05T13:46:41.6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avila@outlook.es" userId="ec766d57e150832c" providerId="LiveId" clId="{F847CB61-D380-4169-A1AD-73ED5AA90FC5}"/>
    <pc:docChg chg="undo custSel delSld modSld">
      <pc:chgData name="Glavila@outlook.es" userId="ec766d57e150832c" providerId="LiveId" clId="{F847CB61-D380-4169-A1AD-73ED5AA90FC5}" dt="2022-03-31T23:06:24.330" v="161" actId="14100"/>
      <pc:docMkLst>
        <pc:docMk/>
      </pc:docMkLst>
      <pc:sldChg chg="addSp delSp modSp mod">
        <pc:chgData name="Glavila@outlook.es" userId="ec766d57e150832c" providerId="LiveId" clId="{F847CB61-D380-4169-A1AD-73ED5AA90FC5}" dt="2022-03-31T22:48:16.113" v="20" actId="1076"/>
        <pc:sldMkLst>
          <pc:docMk/>
          <pc:sldMk cId="1721718999" sldId="256"/>
        </pc:sldMkLst>
        <pc:spChg chg="del">
          <ac:chgData name="Glavila@outlook.es" userId="ec766d57e150832c" providerId="LiveId" clId="{F847CB61-D380-4169-A1AD-73ED5AA90FC5}" dt="2022-03-31T22:46:57.519" v="0" actId="478"/>
          <ac:spMkLst>
            <pc:docMk/>
            <pc:sldMk cId="1721718999" sldId="256"/>
            <ac:spMk id="2" creationId="{00000000-0000-0000-0000-000000000000}"/>
          </ac:spMkLst>
        </pc:spChg>
        <pc:spChg chg="add del mod">
          <ac:chgData name="Glavila@outlook.es" userId="ec766d57e150832c" providerId="LiveId" clId="{F847CB61-D380-4169-A1AD-73ED5AA90FC5}" dt="2022-03-31T22:47:05.458" v="2" actId="478"/>
          <ac:spMkLst>
            <pc:docMk/>
            <pc:sldMk cId="1721718999" sldId="256"/>
            <ac:spMk id="5" creationId="{8FCD0A8D-3D57-4F05-8B52-A8BB43F0A85C}"/>
          </ac:spMkLst>
        </pc:spChg>
        <pc:spChg chg="mod">
          <ac:chgData name="Glavila@outlook.es" userId="ec766d57e150832c" providerId="LiveId" clId="{F847CB61-D380-4169-A1AD-73ED5AA90FC5}" dt="2022-03-31T22:47:46.056" v="14" actId="20577"/>
          <ac:spMkLst>
            <pc:docMk/>
            <pc:sldMk cId="1721718999" sldId="256"/>
            <ac:spMk id="6" creationId="{468C29D2-C67E-4163-A62C-3B5204332AFC}"/>
          </ac:spMkLst>
        </pc:spChg>
        <pc:spChg chg="add del mod">
          <ac:chgData name="Glavila@outlook.es" userId="ec766d57e150832c" providerId="LiveId" clId="{F847CB61-D380-4169-A1AD-73ED5AA90FC5}" dt="2022-03-31T22:47:07.375" v="3" actId="478"/>
          <ac:spMkLst>
            <pc:docMk/>
            <pc:sldMk cId="1721718999" sldId="256"/>
            <ac:spMk id="8" creationId="{386F3C8C-2326-4205-BF83-F57295FC42FA}"/>
          </ac:spMkLst>
        </pc:spChg>
        <pc:spChg chg="add mod">
          <ac:chgData name="Glavila@outlook.es" userId="ec766d57e150832c" providerId="LiveId" clId="{F847CB61-D380-4169-A1AD-73ED5AA90FC5}" dt="2022-03-31T22:48:07.542" v="19" actId="1076"/>
          <ac:spMkLst>
            <pc:docMk/>
            <pc:sldMk cId="1721718999" sldId="256"/>
            <ac:spMk id="9" creationId="{4FA847C1-1F6F-45DD-888D-2E2FCA3CFBCE}"/>
          </ac:spMkLst>
        </pc:spChg>
        <pc:picChg chg="mod">
          <ac:chgData name="Glavila@outlook.es" userId="ec766d57e150832c" providerId="LiveId" clId="{F847CB61-D380-4169-A1AD-73ED5AA90FC5}" dt="2022-03-31T22:48:16.113" v="20" actId="1076"/>
          <ac:picMkLst>
            <pc:docMk/>
            <pc:sldMk cId="1721718999" sldId="256"/>
            <ac:picMk id="4" creationId="{00000000-0000-0000-0000-000000000000}"/>
          </ac:picMkLst>
        </pc:picChg>
        <pc:picChg chg="del">
          <ac:chgData name="Glavila@outlook.es" userId="ec766d57e150832c" providerId="LiveId" clId="{F847CB61-D380-4169-A1AD-73ED5AA90FC5}" dt="2022-03-31T22:47:51.012" v="15" actId="478"/>
          <ac:picMkLst>
            <pc:docMk/>
            <pc:sldMk cId="1721718999" sldId="256"/>
            <ac:picMk id="7" creationId="{7C5CBFF5-4041-4505-ADF6-D41CF0D04A1B}"/>
          </ac:picMkLst>
        </pc:picChg>
        <pc:picChg chg="add mod">
          <ac:chgData name="Glavila@outlook.es" userId="ec766d57e150832c" providerId="LiveId" clId="{F847CB61-D380-4169-A1AD-73ED5AA90FC5}" dt="2022-03-31T22:48:02.109" v="17" actId="1076"/>
          <ac:picMkLst>
            <pc:docMk/>
            <pc:sldMk cId="1721718999" sldId="256"/>
            <ac:picMk id="10" creationId="{F7D4610A-9125-4366-B3C3-0EE5035FA95B}"/>
          </ac:picMkLst>
        </pc:picChg>
      </pc:sldChg>
      <pc:sldChg chg="addSp delSp modSp mod">
        <pc:chgData name="Glavila@outlook.es" userId="ec766d57e150832c" providerId="LiveId" clId="{F847CB61-D380-4169-A1AD-73ED5AA90FC5}" dt="2022-03-31T22:49:20.382" v="32" actId="1076"/>
        <pc:sldMkLst>
          <pc:docMk/>
          <pc:sldMk cId="3248957401" sldId="257"/>
        </pc:sldMkLst>
        <pc:spChg chg="del">
          <ac:chgData name="Glavila@outlook.es" userId="ec766d57e150832c" providerId="LiveId" clId="{F847CB61-D380-4169-A1AD-73ED5AA90FC5}" dt="2022-03-31T22:48:44.971" v="22" actId="478"/>
          <ac:spMkLst>
            <pc:docMk/>
            <pc:sldMk cId="3248957401" sldId="257"/>
            <ac:spMk id="3" creationId="{00000000-0000-0000-0000-000000000000}"/>
          </ac:spMkLst>
        </pc:spChg>
        <pc:spChg chg="mod">
          <ac:chgData name="Glavila@outlook.es" userId="ec766d57e150832c" providerId="LiveId" clId="{F847CB61-D380-4169-A1AD-73ED5AA90FC5}" dt="2022-03-31T22:49:20.382" v="32" actId="1076"/>
          <ac:spMkLst>
            <pc:docMk/>
            <pc:sldMk cId="3248957401" sldId="257"/>
            <ac:spMk id="8" creationId="{7D410C22-DD07-4C0C-BD56-CB1B83BB9BC8}"/>
          </ac:spMkLst>
        </pc:spChg>
        <pc:spChg chg="add del mod">
          <ac:chgData name="Glavila@outlook.es" userId="ec766d57e150832c" providerId="LiveId" clId="{F847CB61-D380-4169-A1AD-73ED5AA90FC5}" dt="2022-03-31T22:49:04.226" v="27" actId="478"/>
          <ac:spMkLst>
            <pc:docMk/>
            <pc:sldMk cId="3248957401" sldId="257"/>
            <ac:spMk id="9" creationId="{496CC652-B865-45A9-8943-18133A64B27B}"/>
          </ac:spMkLst>
        </pc:spChg>
        <pc:spChg chg="add mod">
          <ac:chgData name="Glavila@outlook.es" userId="ec766d57e150832c" providerId="LiveId" clId="{F847CB61-D380-4169-A1AD-73ED5AA90FC5}" dt="2022-03-31T22:49:13.206" v="29"/>
          <ac:spMkLst>
            <pc:docMk/>
            <pc:sldMk cId="3248957401" sldId="257"/>
            <ac:spMk id="10" creationId="{D9CD62F3-E69E-4D98-ADAB-968740716DE0}"/>
          </ac:spMkLst>
        </pc:spChg>
        <pc:picChg chg="add del">
          <ac:chgData name="Glavila@outlook.es" userId="ec766d57e150832c" providerId="LiveId" clId="{F847CB61-D380-4169-A1AD-73ED5AA90FC5}" dt="2022-03-31T22:49:01.438" v="26" actId="478"/>
          <ac:picMkLst>
            <pc:docMk/>
            <pc:sldMk cId="3248957401" sldId="257"/>
            <ac:picMk id="4" creationId="{00000000-0000-0000-0000-000000000000}"/>
          </ac:picMkLst>
        </pc:picChg>
        <pc:picChg chg="mod">
          <ac:chgData name="Glavila@outlook.es" userId="ec766d57e150832c" providerId="LiveId" clId="{F847CB61-D380-4169-A1AD-73ED5AA90FC5}" dt="2022-03-31T22:49:17.543" v="31" actId="1076"/>
          <ac:picMkLst>
            <pc:docMk/>
            <pc:sldMk cId="3248957401" sldId="257"/>
            <ac:picMk id="6" creationId="{8D90F90D-13B5-46BE-8851-6874B65750BA}"/>
          </ac:picMkLst>
        </pc:picChg>
      </pc:sldChg>
      <pc:sldChg chg="addSp modSp del mod">
        <pc:chgData name="Glavila@outlook.es" userId="ec766d57e150832c" providerId="LiveId" clId="{F847CB61-D380-4169-A1AD-73ED5AA90FC5}" dt="2022-03-31T22:59:27.588" v="82" actId="1076"/>
        <pc:sldMkLst>
          <pc:docMk/>
          <pc:sldMk cId="0" sldId="258"/>
        </pc:sldMkLst>
        <pc:spChg chg="add mod">
          <ac:chgData name="Glavila@outlook.es" userId="ec766d57e150832c" providerId="LiveId" clId="{F847CB61-D380-4169-A1AD-73ED5AA90FC5}" dt="2022-03-31T22:59:25.005" v="81" actId="207"/>
          <ac:spMkLst>
            <pc:docMk/>
            <pc:sldMk cId="0" sldId="258"/>
            <ac:spMk id="7" creationId="{46384D30-7DDF-4FFE-926D-00C6F8F2510F}"/>
          </ac:spMkLst>
        </pc:spChg>
        <pc:spChg chg="mod">
          <ac:chgData name="Glavila@outlook.es" userId="ec766d57e150832c" providerId="LiveId" clId="{F847CB61-D380-4169-A1AD-73ED5AA90FC5}" dt="2022-03-31T22:50:55.474" v="57" actId="14100"/>
          <ac:spMkLst>
            <pc:docMk/>
            <pc:sldMk cId="0" sldId="258"/>
            <ac:spMk id="3075" creationId="{C8D46247-3BF8-440E-B99D-D5AD3F67C431}"/>
          </ac:spMkLst>
        </pc:spChg>
        <pc:picChg chg="add mod">
          <ac:chgData name="Glavila@outlook.es" userId="ec766d57e150832c" providerId="LiveId" clId="{F847CB61-D380-4169-A1AD-73ED5AA90FC5}" dt="2022-03-31T22:50:28.115" v="45"/>
          <ac:picMkLst>
            <pc:docMk/>
            <pc:sldMk cId="0" sldId="258"/>
            <ac:picMk id="6" creationId="{596CDEE2-D14F-4459-831A-C74908693E61}"/>
          </ac:picMkLst>
        </pc:picChg>
        <pc:picChg chg="mod">
          <ac:chgData name="Glavila@outlook.es" userId="ec766d57e150832c" providerId="LiveId" clId="{F847CB61-D380-4169-A1AD-73ED5AA90FC5}" dt="2022-03-31T22:59:27.588" v="82" actId="1076"/>
          <ac:picMkLst>
            <pc:docMk/>
            <pc:sldMk cId="0" sldId="258"/>
            <ac:picMk id="6148" creationId="{A31093A5-454B-466B-AE6B-C339EEB47BC5}"/>
          </ac:picMkLst>
        </pc:picChg>
      </pc:sldChg>
      <pc:sldChg chg="del">
        <pc:chgData name="Glavila@outlook.es" userId="ec766d57e150832c" providerId="LiveId" clId="{F847CB61-D380-4169-A1AD-73ED5AA90FC5}" dt="2022-03-31T22:49:42.900" v="39" actId="2696"/>
        <pc:sldMkLst>
          <pc:docMk/>
          <pc:sldMk cId="0" sldId="259"/>
        </pc:sldMkLst>
      </pc:sldChg>
      <pc:sldChg chg="del">
        <pc:chgData name="Glavila@outlook.es" userId="ec766d57e150832c" providerId="LiveId" clId="{F847CB61-D380-4169-A1AD-73ED5AA90FC5}" dt="2022-03-31T22:49:36.534" v="37" actId="2696"/>
        <pc:sldMkLst>
          <pc:docMk/>
          <pc:sldMk cId="0" sldId="260"/>
        </pc:sldMkLst>
      </pc:sldChg>
      <pc:sldChg chg="del">
        <pc:chgData name="Glavila@outlook.es" userId="ec766d57e150832c" providerId="LiveId" clId="{F847CB61-D380-4169-A1AD-73ED5AA90FC5}" dt="2022-03-31T22:49:30.423" v="34" actId="2696"/>
        <pc:sldMkLst>
          <pc:docMk/>
          <pc:sldMk cId="0" sldId="268"/>
        </pc:sldMkLst>
      </pc:sldChg>
      <pc:sldChg chg="del">
        <pc:chgData name="Glavila@outlook.es" userId="ec766d57e150832c" providerId="LiveId" clId="{F847CB61-D380-4169-A1AD-73ED5AA90FC5}" dt="2022-03-31T22:49:38.917" v="38" actId="2696"/>
        <pc:sldMkLst>
          <pc:docMk/>
          <pc:sldMk cId="0" sldId="269"/>
        </pc:sldMkLst>
      </pc:sldChg>
      <pc:sldChg chg="del">
        <pc:chgData name="Glavila@outlook.es" userId="ec766d57e150832c" providerId="LiveId" clId="{F847CB61-D380-4169-A1AD-73ED5AA90FC5}" dt="2022-03-31T22:49:27.807" v="33" actId="2696"/>
        <pc:sldMkLst>
          <pc:docMk/>
          <pc:sldMk cId="0" sldId="273"/>
        </pc:sldMkLst>
      </pc:sldChg>
      <pc:sldChg chg="addSp modSp del mod">
        <pc:chgData name="Glavila@outlook.es" userId="ec766d57e150832c" providerId="LiveId" clId="{F847CB61-D380-4169-A1AD-73ED5AA90FC5}" dt="2022-03-31T23:01:06.729" v="110" actId="1076"/>
        <pc:sldMkLst>
          <pc:docMk/>
          <pc:sldMk cId="0" sldId="274"/>
        </pc:sldMkLst>
        <pc:spChg chg="mod">
          <ac:chgData name="Glavila@outlook.es" userId="ec766d57e150832c" providerId="LiveId" clId="{F847CB61-D380-4169-A1AD-73ED5AA90FC5}" dt="2022-03-31T23:00:58.391" v="107" actId="207"/>
          <ac:spMkLst>
            <pc:docMk/>
            <pc:sldMk cId="0" sldId="274"/>
            <ac:spMk id="4" creationId="{7A99DC53-935F-4E1F-BAE2-6BBA94F0E7F1}"/>
          </ac:spMkLst>
        </pc:spChg>
        <pc:spChg chg="mod">
          <ac:chgData name="Glavila@outlook.es" userId="ec766d57e150832c" providerId="LiveId" clId="{F847CB61-D380-4169-A1AD-73ED5AA90FC5}" dt="2022-03-31T23:01:01.224" v="108" actId="207"/>
          <ac:spMkLst>
            <pc:docMk/>
            <pc:sldMk cId="0" sldId="274"/>
            <ac:spMk id="5" creationId="{4EC8A4F8-22BC-4FA2-AAE3-776C6AFBB0E2}"/>
          </ac:spMkLst>
        </pc:spChg>
        <pc:spChg chg="mod">
          <ac:chgData name="Glavila@outlook.es" userId="ec766d57e150832c" providerId="LiveId" clId="{F847CB61-D380-4169-A1AD-73ED5AA90FC5}" dt="2022-03-31T23:01:04.665" v="109" actId="207"/>
          <ac:spMkLst>
            <pc:docMk/>
            <pc:sldMk cId="0" sldId="274"/>
            <ac:spMk id="6" creationId="{2904355D-3BFC-4A56-BC32-344CFDE3D6DE}"/>
          </ac:spMkLst>
        </pc:spChg>
        <pc:spChg chg="mod">
          <ac:chgData name="Glavila@outlook.es" userId="ec766d57e150832c" providerId="LiveId" clId="{F847CB61-D380-4169-A1AD-73ED5AA90FC5}" dt="2022-03-31T23:00:55.527" v="106" actId="207"/>
          <ac:spMkLst>
            <pc:docMk/>
            <pc:sldMk cId="0" sldId="274"/>
            <ac:spMk id="26627" creationId="{E8CCF930-6CFB-4026-88CE-AC04A67ACB5D}"/>
          </ac:spMkLst>
        </pc:spChg>
        <pc:picChg chg="add mod">
          <ac:chgData name="Glavila@outlook.es" userId="ec766d57e150832c" providerId="LiveId" clId="{F847CB61-D380-4169-A1AD-73ED5AA90FC5}" dt="2022-03-31T23:00:51.994" v="105"/>
          <ac:picMkLst>
            <pc:docMk/>
            <pc:sldMk cId="0" sldId="274"/>
            <ac:picMk id="8" creationId="{C49AEEA1-DF40-45E6-9322-167106B4C955}"/>
          </ac:picMkLst>
        </pc:picChg>
        <pc:picChg chg="mod">
          <ac:chgData name="Glavila@outlook.es" userId="ec766d57e150832c" providerId="LiveId" clId="{F847CB61-D380-4169-A1AD-73ED5AA90FC5}" dt="2022-03-31T23:01:06.729" v="110" actId="1076"/>
          <ac:picMkLst>
            <pc:docMk/>
            <pc:sldMk cId="0" sldId="274"/>
            <ac:picMk id="8199" creationId="{14963A11-8726-41EC-8310-E2E39C5B80DD}"/>
          </ac:picMkLst>
        </pc:picChg>
      </pc:sldChg>
      <pc:sldChg chg="addSp modSp del mod">
        <pc:chgData name="Glavila@outlook.es" userId="ec766d57e150832c" providerId="LiveId" clId="{F847CB61-D380-4169-A1AD-73ED5AA90FC5}" dt="2022-03-31T23:01:39.735" v="114" actId="14100"/>
        <pc:sldMkLst>
          <pc:docMk/>
          <pc:sldMk cId="0" sldId="275"/>
        </pc:sldMkLst>
        <pc:spChg chg="mod">
          <ac:chgData name="Glavila@outlook.es" userId="ec766d57e150832c" providerId="LiveId" clId="{F847CB61-D380-4169-A1AD-73ED5AA90FC5}" dt="2022-03-31T23:01:28.487" v="112" actId="14100"/>
          <ac:spMkLst>
            <pc:docMk/>
            <pc:sldMk cId="0" sldId="275"/>
            <ac:spMk id="27650" creationId="{995761C4-AF02-4803-8A36-95C4D5409B14}"/>
          </ac:spMkLst>
        </pc:spChg>
        <pc:picChg chg="add mod">
          <ac:chgData name="Glavila@outlook.es" userId="ec766d57e150832c" providerId="LiveId" clId="{F847CB61-D380-4169-A1AD-73ED5AA90FC5}" dt="2022-03-31T23:01:35.683" v="113"/>
          <ac:picMkLst>
            <pc:docMk/>
            <pc:sldMk cId="0" sldId="275"/>
            <ac:picMk id="9" creationId="{62B4E62D-E108-422E-8BC8-4BF0F628A625}"/>
          </ac:picMkLst>
        </pc:picChg>
        <pc:picChg chg="mod">
          <ac:chgData name="Glavila@outlook.es" userId="ec766d57e150832c" providerId="LiveId" clId="{F847CB61-D380-4169-A1AD-73ED5AA90FC5}" dt="2022-03-31T23:01:39.735" v="114" actId="14100"/>
          <ac:picMkLst>
            <pc:docMk/>
            <pc:sldMk cId="0" sldId="275"/>
            <ac:picMk id="9221" creationId="{08BD282C-A7DD-4A11-AF0A-57F83A68386B}"/>
          </ac:picMkLst>
        </pc:picChg>
      </pc:sldChg>
      <pc:sldChg chg="addSp modSp del mod">
        <pc:chgData name="Glavila@outlook.es" userId="ec766d57e150832c" providerId="LiveId" clId="{F847CB61-D380-4169-A1AD-73ED5AA90FC5}" dt="2022-03-31T23:02:30.784" v="127" actId="14100"/>
        <pc:sldMkLst>
          <pc:docMk/>
          <pc:sldMk cId="0" sldId="276"/>
        </pc:sldMkLst>
        <pc:spChg chg="mod">
          <ac:chgData name="Glavila@outlook.es" userId="ec766d57e150832c" providerId="LiveId" clId="{F847CB61-D380-4169-A1AD-73ED5AA90FC5}" dt="2022-03-31T23:02:16.809" v="121" actId="207"/>
          <ac:spMkLst>
            <pc:docMk/>
            <pc:sldMk cId="0" sldId="276"/>
            <ac:spMk id="5" creationId="{E0B332C5-ED33-438B-B8FE-7C8C5EC58DAE}"/>
          </ac:spMkLst>
        </pc:spChg>
        <pc:spChg chg="mod">
          <ac:chgData name="Glavila@outlook.es" userId="ec766d57e150832c" providerId="LiveId" clId="{F847CB61-D380-4169-A1AD-73ED5AA90FC5}" dt="2022-03-31T23:02:19.928" v="123" actId="207"/>
          <ac:spMkLst>
            <pc:docMk/>
            <pc:sldMk cId="0" sldId="276"/>
            <ac:spMk id="6" creationId="{B1B880D8-5DB2-486D-BFB0-D88FC91B9315}"/>
          </ac:spMkLst>
        </pc:spChg>
        <pc:spChg chg="mod">
          <ac:chgData name="Glavila@outlook.es" userId="ec766d57e150832c" providerId="LiveId" clId="{F847CB61-D380-4169-A1AD-73ED5AA90FC5}" dt="2022-03-31T23:02:01.537" v="117" actId="207"/>
          <ac:spMkLst>
            <pc:docMk/>
            <pc:sldMk cId="0" sldId="276"/>
            <ac:spMk id="28674" creationId="{74CB474B-457A-4E20-99FF-B8FA74B52237}"/>
          </ac:spMkLst>
        </pc:spChg>
        <pc:spChg chg="mod">
          <ac:chgData name="Glavila@outlook.es" userId="ec766d57e150832c" providerId="LiveId" clId="{F847CB61-D380-4169-A1AD-73ED5AA90FC5}" dt="2022-03-31T23:02:26.192" v="125" actId="5793"/>
          <ac:spMkLst>
            <pc:docMk/>
            <pc:sldMk cId="0" sldId="276"/>
            <ac:spMk id="28675" creationId="{0E5A4D8D-9EAF-412A-A5F7-6F22E22799F9}"/>
          </ac:spMkLst>
        </pc:spChg>
        <pc:picChg chg="add mod">
          <ac:chgData name="Glavila@outlook.es" userId="ec766d57e150832c" providerId="LiveId" clId="{F847CB61-D380-4169-A1AD-73ED5AA90FC5}" dt="2022-03-31T23:02:06.762" v="118"/>
          <ac:picMkLst>
            <pc:docMk/>
            <pc:sldMk cId="0" sldId="276"/>
            <ac:picMk id="7" creationId="{F44EE183-0709-4198-B474-86B25952AC24}"/>
          </ac:picMkLst>
        </pc:picChg>
        <pc:picChg chg="mod">
          <ac:chgData name="Glavila@outlook.es" userId="ec766d57e150832c" providerId="LiveId" clId="{F847CB61-D380-4169-A1AD-73ED5AA90FC5}" dt="2022-03-31T23:02:30.784" v="127" actId="14100"/>
          <ac:picMkLst>
            <pc:docMk/>
            <pc:sldMk cId="0" sldId="276"/>
            <ac:picMk id="11270" creationId="{2C034BC6-15A8-415B-91CA-033661376AE7}"/>
          </ac:picMkLst>
        </pc:picChg>
      </pc:sldChg>
      <pc:sldChg chg="addSp modSp del">
        <pc:chgData name="Glavila@outlook.es" userId="ec766d57e150832c" providerId="LiveId" clId="{F847CB61-D380-4169-A1AD-73ED5AA90FC5}" dt="2022-03-31T23:03:03.363" v="131" actId="207"/>
        <pc:sldMkLst>
          <pc:docMk/>
          <pc:sldMk cId="0" sldId="277"/>
        </pc:sldMkLst>
        <pc:spChg chg="mod">
          <ac:chgData name="Glavila@outlook.es" userId="ec766d57e150832c" providerId="LiveId" clId="{F847CB61-D380-4169-A1AD-73ED5AA90FC5}" dt="2022-03-31T23:02:55.356" v="129" actId="207"/>
          <ac:spMkLst>
            <pc:docMk/>
            <pc:sldMk cId="0" sldId="277"/>
            <ac:spMk id="8" creationId="{69646E7A-1EC8-4C5D-B87E-B98A93B9EC6B}"/>
          </ac:spMkLst>
        </pc:spChg>
        <pc:spChg chg="mod">
          <ac:chgData name="Glavila@outlook.es" userId="ec766d57e150832c" providerId="LiveId" clId="{F847CB61-D380-4169-A1AD-73ED5AA90FC5}" dt="2022-03-31T23:02:59.683" v="130" actId="207"/>
          <ac:spMkLst>
            <pc:docMk/>
            <pc:sldMk cId="0" sldId="277"/>
            <ac:spMk id="9" creationId="{AFDB3E1F-7F16-4666-8101-0051D678D643}"/>
          </ac:spMkLst>
        </pc:spChg>
        <pc:spChg chg="mod">
          <ac:chgData name="Glavila@outlook.es" userId="ec766d57e150832c" providerId="LiveId" clId="{F847CB61-D380-4169-A1AD-73ED5AA90FC5}" dt="2022-03-31T23:03:03.363" v="131" actId="207"/>
          <ac:spMkLst>
            <pc:docMk/>
            <pc:sldMk cId="0" sldId="277"/>
            <ac:spMk id="10" creationId="{430CBFA6-B7BF-4526-8F02-33C99131F179}"/>
          </ac:spMkLst>
        </pc:spChg>
        <pc:picChg chg="add mod">
          <ac:chgData name="Glavila@outlook.es" userId="ec766d57e150832c" providerId="LiveId" clId="{F847CB61-D380-4169-A1AD-73ED5AA90FC5}" dt="2022-03-31T23:02:50.374" v="128"/>
          <ac:picMkLst>
            <pc:docMk/>
            <pc:sldMk cId="0" sldId="277"/>
            <ac:picMk id="11" creationId="{D5379510-C0B9-43A0-80E8-077AA131C81A}"/>
          </ac:picMkLst>
        </pc:picChg>
      </pc:sldChg>
      <pc:sldChg chg="addSp modSp del mod">
        <pc:chgData name="Glavila@outlook.es" userId="ec766d57e150832c" providerId="LiveId" clId="{F847CB61-D380-4169-A1AD-73ED5AA90FC5}" dt="2022-03-31T23:03:59.337" v="140" actId="207"/>
        <pc:sldMkLst>
          <pc:docMk/>
          <pc:sldMk cId="0" sldId="278"/>
        </pc:sldMkLst>
        <pc:spChg chg="mod">
          <ac:chgData name="Glavila@outlook.es" userId="ec766d57e150832c" providerId="LiveId" clId="{F847CB61-D380-4169-A1AD-73ED5AA90FC5}" dt="2022-03-31T23:03:59.337" v="140" actId="207"/>
          <ac:spMkLst>
            <pc:docMk/>
            <pc:sldMk cId="0" sldId="278"/>
            <ac:spMk id="5" creationId="{4A3E2C4B-F6DA-49C1-A858-E3087CD8FD91}"/>
          </ac:spMkLst>
        </pc:spChg>
        <pc:spChg chg="mod">
          <ac:chgData name="Glavila@outlook.es" userId="ec766d57e150832c" providerId="LiveId" clId="{F847CB61-D380-4169-A1AD-73ED5AA90FC5}" dt="2022-03-31T23:03:52.617" v="138" actId="207"/>
          <ac:spMkLst>
            <pc:docMk/>
            <pc:sldMk cId="0" sldId="278"/>
            <ac:spMk id="30722" creationId="{6AFD8905-779B-4DC7-9609-C6511BD8995D}"/>
          </ac:spMkLst>
        </pc:spChg>
        <pc:spChg chg="mod">
          <ac:chgData name="Glavila@outlook.es" userId="ec766d57e150832c" providerId="LiveId" clId="{F847CB61-D380-4169-A1AD-73ED5AA90FC5}" dt="2022-03-31T23:03:55.926" v="139" actId="207"/>
          <ac:spMkLst>
            <pc:docMk/>
            <pc:sldMk cId="0" sldId="278"/>
            <ac:spMk id="30723" creationId="{130CE855-8A64-4DC4-ADC6-CB56A430A33A}"/>
          </ac:spMkLst>
        </pc:spChg>
        <pc:picChg chg="add mod">
          <ac:chgData name="Glavila@outlook.es" userId="ec766d57e150832c" providerId="LiveId" clId="{F847CB61-D380-4169-A1AD-73ED5AA90FC5}" dt="2022-03-31T23:03:44.030" v="133"/>
          <ac:picMkLst>
            <pc:docMk/>
            <pc:sldMk cId="0" sldId="278"/>
            <ac:picMk id="11" creationId="{4B0F41C5-5DC4-4E04-8969-E8F236CBCA3D}"/>
          </ac:picMkLst>
        </pc:picChg>
      </pc:sldChg>
      <pc:sldChg chg="del">
        <pc:chgData name="Glavila@outlook.es" userId="ec766d57e150832c" providerId="LiveId" clId="{F847CB61-D380-4169-A1AD-73ED5AA90FC5}" dt="2022-03-31T22:48:38.458" v="21"/>
        <pc:sldMkLst>
          <pc:docMk/>
          <pc:sldMk cId="0" sldId="284"/>
        </pc:sldMkLst>
      </pc:sldChg>
      <pc:sldChg chg="addSp modSp mod">
        <pc:chgData name="Glavila@outlook.es" userId="ec766d57e150832c" providerId="LiveId" clId="{F847CB61-D380-4169-A1AD-73ED5AA90FC5}" dt="2022-03-31T23:00:30.503" v="104" actId="14100"/>
        <pc:sldMkLst>
          <pc:docMk/>
          <pc:sldMk cId="0" sldId="285"/>
        </pc:sldMkLst>
        <pc:spChg chg="mod">
          <ac:chgData name="Glavila@outlook.es" userId="ec766d57e150832c" providerId="LiveId" clId="{F847CB61-D380-4169-A1AD-73ED5AA90FC5}" dt="2022-03-31T23:00:15.984" v="98" actId="1076"/>
          <ac:spMkLst>
            <pc:docMk/>
            <pc:sldMk cId="0" sldId="285"/>
            <ac:spMk id="11" creationId="{7A27FB57-71EF-4168-91BF-28F87B4DAB40}"/>
          </ac:spMkLst>
        </pc:spChg>
        <pc:spChg chg="mod">
          <ac:chgData name="Glavila@outlook.es" userId="ec766d57e150832c" providerId="LiveId" clId="{F847CB61-D380-4169-A1AD-73ED5AA90FC5}" dt="2022-03-31T23:00:30.503" v="104" actId="14100"/>
          <ac:spMkLst>
            <pc:docMk/>
            <pc:sldMk cId="0" sldId="285"/>
            <ac:spMk id="14" creationId="{06ECFE94-EA15-473B-8F62-19A0534065E3}"/>
          </ac:spMkLst>
        </pc:spChg>
        <pc:spChg chg="mod">
          <ac:chgData name="Glavila@outlook.es" userId="ec766d57e150832c" providerId="LiveId" clId="{F847CB61-D380-4169-A1AD-73ED5AA90FC5}" dt="2022-03-31T23:00:09.833" v="96" actId="207"/>
          <ac:spMkLst>
            <pc:docMk/>
            <pc:sldMk cId="0" sldId="285"/>
            <ac:spMk id="3075" creationId="{783C8372-DBE7-43A8-8164-ECFBD1810F8C}"/>
          </ac:spMkLst>
        </pc:spChg>
        <pc:spChg chg="mod">
          <ac:chgData name="Glavila@outlook.es" userId="ec766d57e150832c" providerId="LiveId" clId="{F847CB61-D380-4169-A1AD-73ED5AA90FC5}" dt="2022-03-31T23:00:13.874" v="97" actId="1076"/>
          <ac:spMkLst>
            <pc:docMk/>
            <pc:sldMk cId="0" sldId="285"/>
            <ac:spMk id="7173" creationId="{90ABAF6E-5BFF-47DB-9CAE-57EEB865ABDA}"/>
          </ac:spMkLst>
        </pc:spChg>
        <pc:spChg chg="mod">
          <ac:chgData name="Glavila@outlook.es" userId="ec766d57e150832c" providerId="LiveId" clId="{F847CB61-D380-4169-A1AD-73ED5AA90FC5}" dt="2022-03-31T23:00:21.360" v="101" actId="1076"/>
          <ac:spMkLst>
            <pc:docMk/>
            <pc:sldMk cId="0" sldId="285"/>
            <ac:spMk id="7175" creationId="{83721884-244A-4404-BFF9-1DCB292A8C10}"/>
          </ac:spMkLst>
        </pc:spChg>
        <pc:picChg chg="add mod">
          <ac:chgData name="Glavila@outlook.es" userId="ec766d57e150832c" providerId="LiveId" clId="{F847CB61-D380-4169-A1AD-73ED5AA90FC5}" dt="2022-03-31T22:59:49.348" v="84"/>
          <ac:picMkLst>
            <pc:docMk/>
            <pc:sldMk cId="0" sldId="285"/>
            <ac:picMk id="12" creationId="{B9B1F908-7D9D-4936-AFB9-5D05D403257D}"/>
          </ac:picMkLst>
        </pc:picChg>
      </pc:sldChg>
      <pc:sldChg chg="addSp modSp mod">
        <pc:chgData name="Glavila@outlook.es" userId="ec766d57e150832c" providerId="LiveId" clId="{F847CB61-D380-4169-A1AD-73ED5AA90FC5}" dt="2022-03-31T23:04:48.508" v="146" actId="207"/>
        <pc:sldMkLst>
          <pc:docMk/>
          <pc:sldMk cId="0" sldId="286"/>
        </pc:sldMkLst>
        <pc:spChg chg="mod">
          <ac:chgData name="Glavila@outlook.es" userId="ec766d57e150832c" providerId="LiveId" clId="{F847CB61-D380-4169-A1AD-73ED5AA90FC5}" dt="2022-03-31T23:04:48.508" v="146" actId="207"/>
          <ac:spMkLst>
            <pc:docMk/>
            <pc:sldMk cId="0" sldId="286"/>
            <ac:spMk id="4" creationId="{A2A221B6-37C1-495A-B098-C9690007CF80}"/>
          </ac:spMkLst>
        </pc:spChg>
        <pc:picChg chg="add mod">
          <ac:chgData name="Glavila@outlook.es" userId="ec766d57e150832c" providerId="LiveId" clId="{F847CB61-D380-4169-A1AD-73ED5AA90FC5}" dt="2022-03-31T23:04:39.267" v="144"/>
          <ac:picMkLst>
            <pc:docMk/>
            <pc:sldMk cId="0" sldId="286"/>
            <ac:picMk id="14" creationId="{33B20C55-2FD6-4CBD-996A-2AA48462C6D1}"/>
          </ac:picMkLst>
        </pc:picChg>
      </pc:sldChg>
      <pc:sldChg chg="addSp modSp mod">
        <pc:chgData name="Glavila@outlook.es" userId="ec766d57e150832c" providerId="LiveId" clId="{F847CB61-D380-4169-A1AD-73ED5AA90FC5}" dt="2022-03-31T23:06:24.330" v="161" actId="14100"/>
        <pc:sldMkLst>
          <pc:docMk/>
          <pc:sldMk cId="0" sldId="287"/>
        </pc:sldMkLst>
        <pc:spChg chg="mod">
          <ac:chgData name="Glavila@outlook.es" userId="ec766d57e150832c" providerId="LiveId" clId="{F847CB61-D380-4169-A1AD-73ED5AA90FC5}" dt="2022-03-31T23:06:09.400" v="155" actId="207"/>
          <ac:spMkLst>
            <pc:docMk/>
            <pc:sldMk cId="0" sldId="287"/>
            <ac:spMk id="4" creationId="{C9935191-9B8E-49F5-AC26-1E2742FA88F5}"/>
          </ac:spMkLst>
        </pc:spChg>
        <pc:spChg chg="mod">
          <ac:chgData name="Glavila@outlook.es" userId="ec766d57e150832c" providerId="LiveId" clId="{F847CB61-D380-4169-A1AD-73ED5AA90FC5}" dt="2022-03-31T23:06:13.905" v="156" actId="207"/>
          <ac:spMkLst>
            <pc:docMk/>
            <pc:sldMk cId="0" sldId="287"/>
            <ac:spMk id="15" creationId="{339019EE-4529-4B21-95F3-92D9F1547EE7}"/>
          </ac:spMkLst>
        </pc:spChg>
        <pc:picChg chg="add mod">
          <ac:chgData name="Glavila@outlook.es" userId="ec766d57e150832c" providerId="LiveId" clId="{F847CB61-D380-4169-A1AD-73ED5AA90FC5}" dt="2022-03-31T23:05:49.962" v="151"/>
          <ac:picMkLst>
            <pc:docMk/>
            <pc:sldMk cId="0" sldId="287"/>
            <ac:picMk id="16" creationId="{AC36230F-5665-4DD3-9534-AB4AD5D78CC8}"/>
          </ac:picMkLst>
        </pc:picChg>
        <pc:picChg chg="mod">
          <ac:chgData name="Glavila@outlook.es" userId="ec766d57e150832c" providerId="LiveId" clId="{F847CB61-D380-4169-A1AD-73ED5AA90FC5}" dt="2022-03-31T23:06:24.330" v="161" actId="14100"/>
          <ac:picMkLst>
            <pc:docMk/>
            <pc:sldMk cId="0" sldId="287"/>
            <ac:picMk id="19466" creationId="{CF51FEBD-B5F6-49B6-933D-6E7759F7D010}"/>
          </ac:picMkLst>
        </pc:picChg>
        <pc:picChg chg="mod">
          <ac:chgData name="Glavila@outlook.es" userId="ec766d57e150832c" providerId="LiveId" clId="{F847CB61-D380-4169-A1AD-73ED5AA90FC5}" dt="2022-03-31T23:05:55.369" v="154" actId="1076"/>
          <ac:picMkLst>
            <pc:docMk/>
            <pc:sldMk cId="0" sldId="287"/>
            <ac:picMk id="19469" creationId="{F5B07058-A0E3-4C61-99D2-1D55BFF65ED7}"/>
          </ac:picMkLst>
        </pc:picChg>
      </pc:sldChg>
      <pc:sldChg chg="addSp modSp mod">
        <pc:chgData name="Glavila@outlook.es" userId="ec766d57e150832c" providerId="LiveId" clId="{F847CB61-D380-4169-A1AD-73ED5AA90FC5}" dt="2022-03-31T23:04:44.710" v="145" actId="207"/>
        <pc:sldMkLst>
          <pc:docMk/>
          <pc:sldMk cId="0" sldId="290"/>
        </pc:sldMkLst>
        <pc:spChg chg="mod">
          <ac:chgData name="Glavila@outlook.es" userId="ec766d57e150832c" providerId="LiveId" clId="{F847CB61-D380-4169-A1AD-73ED5AA90FC5}" dt="2022-03-31T23:04:44.710" v="145" actId="207"/>
          <ac:spMkLst>
            <pc:docMk/>
            <pc:sldMk cId="0" sldId="290"/>
            <ac:spMk id="4" creationId="{75D2CD37-782A-4E93-B8C5-BE409B42770F}"/>
          </ac:spMkLst>
        </pc:spChg>
        <pc:spChg chg="mod">
          <ac:chgData name="Glavila@outlook.es" userId="ec766d57e150832c" providerId="LiveId" clId="{F847CB61-D380-4169-A1AD-73ED5AA90FC5}" dt="2022-03-31T23:04:18.426" v="142" actId="207"/>
          <ac:spMkLst>
            <pc:docMk/>
            <pc:sldMk cId="0" sldId="290"/>
            <ac:spMk id="32770" creationId="{6CD62A75-3090-4034-BB04-9B3FD2E59435}"/>
          </ac:spMkLst>
        </pc:spChg>
        <pc:spChg chg="mod">
          <ac:chgData name="Glavila@outlook.es" userId="ec766d57e150832c" providerId="LiveId" clId="{F847CB61-D380-4169-A1AD-73ED5AA90FC5}" dt="2022-03-31T23:04:21.493" v="143" actId="207"/>
          <ac:spMkLst>
            <pc:docMk/>
            <pc:sldMk cId="0" sldId="290"/>
            <ac:spMk id="32771" creationId="{33873936-977E-4F2A-AA55-841E1FEBD09F}"/>
          </ac:spMkLst>
        </pc:spChg>
        <pc:picChg chg="add mod">
          <ac:chgData name="Glavila@outlook.es" userId="ec766d57e150832c" providerId="LiveId" clId="{F847CB61-D380-4169-A1AD-73ED5AA90FC5}" dt="2022-03-31T23:04:16.151" v="141"/>
          <ac:picMkLst>
            <pc:docMk/>
            <pc:sldMk cId="0" sldId="290"/>
            <ac:picMk id="12" creationId="{06F7100F-6850-4112-A82F-DBF03E1A77A5}"/>
          </ac:picMkLst>
        </pc:picChg>
      </pc:sldChg>
      <pc:sldChg chg="addSp modSp">
        <pc:chgData name="Glavila@outlook.es" userId="ec766d57e150832c" providerId="LiveId" clId="{F847CB61-D380-4169-A1AD-73ED5AA90FC5}" dt="2022-03-31T23:05:06.036" v="147"/>
        <pc:sldMkLst>
          <pc:docMk/>
          <pc:sldMk cId="0" sldId="291"/>
        </pc:sldMkLst>
        <pc:picChg chg="add mod">
          <ac:chgData name="Glavila@outlook.es" userId="ec766d57e150832c" providerId="LiveId" clId="{F847CB61-D380-4169-A1AD-73ED5AA90FC5}" dt="2022-03-31T23:05:06.036" v="147"/>
          <ac:picMkLst>
            <pc:docMk/>
            <pc:sldMk cId="0" sldId="291"/>
            <ac:picMk id="10" creationId="{DD5EDA7C-7B01-4B8D-8D3B-D292609F65F8}"/>
          </ac:picMkLst>
        </pc:picChg>
      </pc:sldChg>
      <pc:sldChg chg="addSp modSp mod">
        <pc:chgData name="Glavila@outlook.es" userId="ec766d57e150832c" providerId="LiveId" clId="{F847CB61-D380-4169-A1AD-73ED5AA90FC5}" dt="2022-03-31T23:05:35.093" v="150"/>
        <pc:sldMkLst>
          <pc:docMk/>
          <pc:sldMk cId="0" sldId="293"/>
        </pc:sldMkLst>
        <pc:spChg chg="mod">
          <ac:chgData name="Glavila@outlook.es" userId="ec766d57e150832c" providerId="LiveId" clId="{F847CB61-D380-4169-A1AD-73ED5AA90FC5}" dt="2022-03-31T23:05:25.241" v="148" actId="207"/>
          <ac:spMkLst>
            <pc:docMk/>
            <pc:sldMk cId="0" sldId="293"/>
            <ac:spMk id="4" creationId="{ABC86BCB-DAB4-4336-8101-809A85562DC1}"/>
          </ac:spMkLst>
        </pc:spChg>
        <pc:spChg chg="mod">
          <ac:chgData name="Glavila@outlook.es" userId="ec766d57e150832c" providerId="LiveId" clId="{F847CB61-D380-4169-A1AD-73ED5AA90FC5}" dt="2022-03-31T23:05:28.960" v="149" actId="1076"/>
          <ac:spMkLst>
            <pc:docMk/>
            <pc:sldMk cId="0" sldId="293"/>
            <ac:spMk id="5" creationId="{2178FED3-0594-4870-A9D8-AC2FBEF3A8A6}"/>
          </ac:spMkLst>
        </pc:spChg>
        <pc:picChg chg="add mod">
          <ac:chgData name="Glavila@outlook.es" userId="ec766d57e150832c" providerId="LiveId" clId="{F847CB61-D380-4169-A1AD-73ED5AA90FC5}" dt="2022-03-31T23:05:35.093" v="150"/>
          <ac:picMkLst>
            <pc:docMk/>
            <pc:sldMk cId="0" sldId="293"/>
            <ac:picMk id="7" creationId="{7273FA6D-506A-4680-B07F-D7A52E4754B8}"/>
          </ac:picMkLst>
        </pc:picChg>
      </pc:sldChg>
      <pc:sldChg chg="addSp modSp">
        <pc:chgData name="Glavila@outlook.es" userId="ec766d57e150832c" providerId="LiveId" clId="{F847CB61-D380-4169-A1AD-73ED5AA90FC5}" dt="2022-03-31T23:03:23.679" v="132"/>
        <pc:sldMkLst>
          <pc:docMk/>
          <pc:sldMk cId="0" sldId="294"/>
        </pc:sldMkLst>
        <pc:picChg chg="add mod">
          <ac:chgData name="Glavila@outlook.es" userId="ec766d57e150832c" providerId="LiveId" clId="{F847CB61-D380-4169-A1AD-73ED5AA90FC5}" dt="2022-03-31T23:03:23.679" v="132"/>
          <ac:picMkLst>
            <pc:docMk/>
            <pc:sldMk cId="0" sldId="294"/>
            <ac:picMk id="5" creationId="{CBF49EBC-7B8C-49CE-9E22-83180B074157}"/>
          </ac:picMkLst>
        </pc:picChg>
      </pc:sldChg>
    </pc:docChg>
  </pc:docChgLst>
  <pc:docChgLst>
    <pc:chgData name="Glavila@outlook.es" userId="ec766d57e150832c" providerId="LiveId" clId="{2578616A-94D0-411B-87C0-01FFEC00D535}"/>
    <pc:docChg chg="modSld">
      <pc:chgData name="Glavila@outlook.es" userId="ec766d57e150832c" providerId="LiveId" clId="{2578616A-94D0-411B-87C0-01FFEC00D535}" dt="2022-04-05T13:47:06.443" v="3" actId="1076"/>
      <pc:docMkLst>
        <pc:docMk/>
      </pc:docMkLst>
      <pc:sldChg chg="addSp modSp mod">
        <pc:chgData name="Glavila@outlook.es" userId="ec766d57e150832c" providerId="LiveId" clId="{2578616A-94D0-411B-87C0-01FFEC00D535}" dt="2022-04-05T13:47:06.443" v="3" actId="1076"/>
        <pc:sldMkLst>
          <pc:docMk/>
          <pc:sldMk cId="3380965553" sldId="306"/>
        </pc:sldMkLst>
        <pc:spChg chg="mod">
          <ac:chgData name="Glavila@outlook.es" userId="ec766d57e150832c" providerId="LiveId" clId="{2578616A-94D0-411B-87C0-01FFEC00D535}" dt="2022-04-05T13:47:04.600" v="2" actId="1076"/>
          <ac:spMkLst>
            <pc:docMk/>
            <pc:sldMk cId="3380965553" sldId="306"/>
            <ac:spMk id="4" creationId="{857B2601-5604-4C2F-991F-627B36AC0ECA}"/>
          </ac:spMkLst>
        </pc:spChg>
        <pc:picChg chg="add mod">
          <ac:chgData name="Glavila@outlook.es" userId="ec766d57e150832c" providerId="LiveId" clId="{2578616A-94D0-411B-87C0-01FFEC00D535}" dt="2022-04-05T13:46:41.601" v="1"/>
          <ac:picMkLst>
            <pc:docMk/>
            <pc:sldMk cId="3380965553" sldId="306"/>
            <ac:picMk id="7" creationId="{CAE4EB5D-2CA0-44AE-8ABA-7967BE6AC8CD}"/>
          </ac:picMkLst>
        </pc:picChg>
        <pc:picChg chg="mod">
          <ac:chgData name="Glavila@outlook.es" userId="ec766d57e150832c" providerId="LiveId" clId="{2578616A-94D0-411B-87C0-01FFEC00D535}" dt="2022-04-05T13:47:06.443" v="3" actId="1076"/>
          <ac:picMkLst>
            <pc:docMk/>
            <pc:sldMk cId="3380965553" sldId="306"/>
            <ac:picMk id="9" creationId="{8D636B28-06F5-402F-B035-78A15CC3A2F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114C8-F5B8-49B8-BB21-5277FD073D47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361B6-720A-4E86-86AE-8C6225D40C9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274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s-CL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2C51037-408B-47B1-A0ED-3D2DDE32B20E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BEC4E1-2E21-42AD-9882-4E309F58C8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70162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037-408B-47B1-A0ED-3D2DDE32B20E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C4E1-2E21-42AD-9882-4E309F58C8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5848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C51037-408B-47B1-A0ED-3D2DDE32B20E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12BEC4E1-2E21-42AD-9882-4E309F58C8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5795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037-408B-47B1-A0ED-3D2DDE32B20E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C4E1-2E21-42AD-9882-4E309F58C8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920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037-408B-47B1-A0ED-3D2DDE32B20E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C4E1-2E21-42AD-9882-4E309F58C8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00971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037-408B-47B1-A0ED-3D2DDE32B20E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C4E1-2E21-42AD-9882-4E309F58C8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3662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037-408B-47B1-A0ED-3D2DDE32B20E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C4E1-2E21-42AD-9882-4E309F58C8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55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037-408B-47B1-A0ED-3D2DDE32B20E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s-CL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2BEC4E1-2E21-42AD-9882-4E309F58C8FD}" type="slidenum">
              <a:rPr lang="es-CL" smtClean="0"/>
              <a:t>‹Nº›</a:t>
            </a:fld>
            <a:endParaRPr lang="es-CL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6102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2C51037-408B-47B1-A0ED-3D2DDE32B20E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2BEC4E1-2E21-42AD-9882-4E309F58C8FD}" type="slidenum">
              <a:rPr lang="es-CL" smtClean="0"/>
              <a:t>‹Nº›</a:t>
            </a:fld>
            <a:endParaRPr lang="es-CL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68414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037-408B-47B1-A0ED-3D2DDE32B20E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C4E1-2E21-42AD-9882-4E309F58C8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7250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1037-408B-47B1-A0ED-3D2DDE32B20E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EC4E1-2E21-42AD-9882-4E309F58C8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8976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2C51037-408B-47B1-A0ED-3D2DDE32B20E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BEC4E1-2E21-42AD-9882-4E309F58C8F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861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youtube.com/watch?v=UFxarfWNjI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-hJgDufbBO0" TargetMode="External"/><Relationship Id="rId2" Type="http://schemas.openxmlformats.org/officeDocument/2006/relationships/hyperlink" Target="https://www.youtube.com/watch?v=rfn20CzKI-Q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youtube.com/watch?v=ZjMouFOESE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 Subtítulo">
            <a:extLst>
              <a:ext uri="{FF2B5EF4-FFF2-40B4-BE49-F238E27FC236}">
                <a16:creationId xmlns:a16="http://schemas.microsoft.com/office/drawing/2014/main" id="{468C29D2-C67E-4163-A62C-3B5204332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9696" y="4599432"/>
            <a:ext cx="7772400" cy="8138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¡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CCF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s-ES" altLang="es-CL" sz="2000" b="1" dirty="0">
                <a:solidFill>
                  <a:srgbClr val="000000"/>
                </a:solidFill>
                <a:latin typeface="Arial"/>
              </a:rPr>
              <a:t>Lenguaje y Comunicación </a:t>
            </a:r>
            <a:r>
              <a:rPr kumimoji="0" lang="es-ES" altLang="es-CL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– </a:t>
            </a:r>
            <a:r>
              <a:rPr lang="es-ES" altLang="es-CL" sz="2000" b="1" dirty="0">
                <a:solidFill>
                  <a:srgbClr val="000000"/>
                </a:solidFill>
                <a:latin typeface="Arial"/>
              </a:rPr>
              <a:t>Primer y Segundo nivel </a:t>
            </a:r>
            <a:endParaRPr kumimoji="0" lang="es-ES" altLang="es-CL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CCF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s-ES" altLang="es-C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Profesora:</a:t>
            </a:r>
            <a:r>
              <a:rPr kumimoji="0" lang="es-ES" altLang="es-CL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Elizabeth Muñoz</a:t>
            </a:r>
            <a:endParaRPr kumimoji="0" lang="es-CL" altLang="es-CL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FA847C1-1F6F-45DD-888D-2E2FCA3CF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6291" y="2244404"/>
            <a:ext cx="9199418" cy="137070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40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LA COMUNICACIÓN: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40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VARIABLES LINGÜÍSTICAS</a:t>
            </a:r>
            <a:endParaRPr kumimoji="0" lang="es-ES" sz="40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Tahoma"/>
              <a:ea typeface="+mj-ea"/>
              <a:cs typeface="+mj-c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8920" y="333645"/>
            <a:ext cx="1534160" cy="153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718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354736" y="527518"/>
            <a:ext cx="62124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DE APRENDIZAJE</a:t>
            </a:r>
          </a:p>
        </p:txBody>
      </p:sp>
      <p:sp>
        <p:nvSpPr>
          <p:cNvPr id="8" name="Text Box 45">
            <a:extLst>
              <a:ext uri="{FF2B5EF4-FFF2-40B4-BE49-F238E27FC236}">
                <a16:creationId xmlns:a16="http://schemas.microsoft.com/office/drawing/2014/main" id="{7D410C22-DD07-4C0C-BD56-CB1B83BB9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5362" y="4085558"/>
            <a:ext cx="2035175" cy="1015663"/>
          </a:xfrm>
          <a:prstGeom prst="rect">
            <a:avLst/>
          </a:prstGeom>
          <a:solidFill>
            <a:schemeClr val="accent1">
              <a:lumMod val="40000"/>
              <a:lumOff val="60000"/>
              <a:alpha val="85097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s-ES" altLang="es-CL" sz="2000" b="1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No olvide silenciar su teléfono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9CD62F3-E69E-4D98-ADAB-968740716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64" y="1573460"/>
            <a:ext cx="10901528" cy="109578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v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v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v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v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SzPct val="120000"/>
              <a:buFontTx/>
              <a:buNone/>
              <a:tabLst/>
              <a:defRPr/>
            </a:pPr>
            <a:r>
              <a:rPr kumimoji="0" lang="es-ES_tradnl" sz="32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Reconocer la incidencia de distintos factores en el uso de una misma lengua,</a:t>
            </a:r>
            <a:r>
              <a:rPr kumimoji="0" lang="es-ES_tradnl" sz="3200" b="0" i="0" u="none" strike="noStrike" kern="0" cap="none" spc="0" normalizeH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produciendo sus variables.</a:t>
            </a:r>
            <a:endParaRPr kumimoji="0" lang="es-ES_tradnl" sz="32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9964F4E-858C-B251-CCFB-E5A17BF78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840" y="3687703"/>
            <a:ext cx="1811369" cy="181136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7D4610A-9125-4366-B3C3-0EE5035FA9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37" b="7746"/>
          <a:stretch/>
        </p:blipFill>
        <p:spPr>
          <a:xfrm>
            <a:off x="7569637" y="3206404"/>
            <a:ext cx="3403163" cy="277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5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C8D46247-3BF8-440E-B99D-D5AD3F67C4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53236" y="3759466"/>
            <a:ext cx="6867330" cy="59318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25000" lnSpcReduction="20000"/>
          </a:bodyPr>
          <a:lstStyle/>
          <a:p>
            <a:pPr algn="ctr" eaLnBrk="1" hangingPunct="1">
              <a:lnSpc>
                <a:spcPct val="120000"/>
              </a:lnSpc>
              <a:buFontTx/>
              <a:buNone/>
              <a:defRPr/>
            </a:pPr>
            <a:r>
              <a:rPr lang="es-ES_tradnl" sz="9000" dirty="0">
                <a:solidFill>
                  <a:schemeClr val="accent1">
                    <a:lumMod val="50000"/>
                  </a:schemeClr>
                </a:solidFill>
              </a:rPr>
              <a:t>¿Hablamos siempre de la misma manera?</a:t>
            </a:r>
            <a:r>
              <a:rPr lang="es-ES_tradnl" dirty="0"/>
              <a:t>  </a:t>
            </a:r>
            <a:endParaRPr lang="es-ES" dirty="0"/>
          </a:p>
        </p:txBody>
      </p:sp>
      <p:sp>
        <p:nvSpPr>
          <p:cNvPr id="6147" name="AutoShape 7" descr="Cómo superar el miedo a hablar en público | LinkedIn Learning ...">
            <a:extLst>
              <a:ext uri="{FF2B5EF4-FFF2-40B4-BE49-F238E27FC236}">
                <a16:creationId xmlns:a16="http://schemas.microsoft.com/office/drawing/2014/main" id="{99564941-512E-4576-8918-535875DFAF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sp>
        <p:nvSpPr>
          <p:cNvPr id="6149" name="AutoShape 11" descr="Botón Rojo Play PNG transparente - StickPNG">
            <a:extLst>
              <a:ext uri="{FF2B5EF4-FFF2-40B4-BE49-F238E27FC236}">
                <a16:creationId xmlns:a16="http://schemas.microsoft.com/office/drawing/2014/main" id="{AE450A5A-4BDD-40F3-89EA-528478C305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pic>
        <p:nvPicPr>
          <p:cNvPr id="11" name="Imagen 1">
            <a:hlinkClick r:id="rId2"/>
            <a:extLst>
              <a:ext uri="{FF2B5EF4-FFF2-40B4-BE49-F238E27FC236}">
                <a16:creationId xmlns:a16="http://schemas.microsoft.com/office/drawing/2014/main" id="{D76F4960-74E6-BBF8-E45C-63ACAF548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192" y="2391377"/>
            <a:ext cx="836028" cy="83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A7BB243-9289-74CD-ED29-9DE54B491B07}"/>
              </a:ext>
            </a:extLst>
          </p:cNvPr>
          <p:cNvSpPr txBox="1"/>
          <p:nvPr/>
        </p:nvSpPr>
        <p:spPr>
          <a:xfrm>
            <a:off x="4053236" y="2207294"/>
            <a:ext cx="7212172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s-CL" sz="3200" dirty="0">
                <a:hlinkClick r:id="rId2"/>
              </a:rPr>
              <a:t>https://www.youtube.com/watch?v=UFxarfWNjIY</a:t>
            </a:r>
            <a:endParaRPr lang="es-CL" sz="3200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5DE88CF5-9BD6-D541-025D-B597A5812240}"/>
              </a:ext>
            </a:extLst>
          </p:cNvPr>
          <p:cNvSpPr txBox="1">
            <a:spLocks noChangeArrowheads="1"/>
          </p:cNvSpPr>
          <p:nvPr/>
        </p:nvSpPr>
        <p:spPr>
          <a:xfrm>
            <a:off x="4189843" y="4532409"/>
            <a:ext cx="6594115" cy="59039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buFontTx/>
              <a:buNone/>
              <a:defRPr/>
            </a:pPr>
            <a:r>
              <a:rPr lang="es-ES_tradnl" sz="9000" dirty="0">
                <a:solidFill>
                  <a:schemeClr val="accent1">
                    <a:lumMod val="50000"/>
                  </a:schemeClr>
                </a:solidFill>
              </a:rPr>
              <a:t>¿Qué podemos extraer como reflexión?</a:t>
            </a:r>
            <a:r>
              <a:rPr lang="es-ES_tradnl" dirty="0"/>
              <a:t>  </a:t>
            </a:r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B25260A-91FF-9C36-CDC8-0208E84EC45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7305" r="55714" b="3143"/>
          <a:stretch/>
        </p:blipFill>
        <p:spPr>
          <a:xfrm>
            <a:off x="670649" y="1598145"/>
            <a:ext cx="2338528" cy="27545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2868430-C61B-B6CE-205E-3108C4A4019D}"/>
              </a:ext>
            </a:extLst>
          </p:cNvPr>
          <p:cNvSpPr txBox="1"/>
          <p:nvPr/>
        </p:nvSpPr>
        <p:spPr>
          <a:xfrm>
            <a:off x="349415" y="392137"/>
            <a:ext cx="3462807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CL" sz="3200"/>
              <a:t>Reflexionemos…</a:t>
            </a:r>
            <a:endParaRPr lang="es-CL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>
            <a:extLst>
              <a:ext uri="{FF2B5EF4-FFF2-40B4-BE49-F238E27FC236}">
                <a16:creationId xmlns:a16="http://schemas.microsoft.com/office/drawing/2014/main" id="{F941C193-67A5-4074-8F64-432F800D032F}"/>
              </a:ext>
            </a:extLst>
          </p:cNvPr>
          <p:cNvSpPr/>
          <p:nvPr/>
        </p:nvSpPr>
        <p:spPr>
          <a:xfrm>
            <a:off x="462154" y="2115710"/>
            <a:ext cx="11251382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es-ES_tradnl" sz="2800" dirty="0"/>
              <a:t>Por ejemplo, las mismas palabras pueden usarse en distintas situaciones y adquirir significados de acuerdo con la ocasión </a:t>
            </a:r>
            <a:endParaRPr lang="es-ES" sz="2800" dirty="0"/>
          </a:p>
        </p:txBody>
      </p:sp>
      <p:sp>
        <p:nvSpPr>
          <p:cNvPr id="7173" name="5 Rectángulo">
            <a:extLst>
              <a:ext uri="{FF2B5EF4-FFF2-40B4-BE49-F238E27FC236}">
                <a16:creationId xmlns:a16="http://schemas.microsoft.com/office/drawing/2014/main" id="{90ABAF6E-5BFF-47DB-9CAE-57EEB865A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1681" y="3748247"/>
            <a:ext cx="6100807" cy="5232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CL" sz="2800" b="1" dirty="0"/>
              <a:t>Fónico: </a:t>
            </a:r>
            <a:r>
              <a:rPr lang="es-ES" altLang="es-CL" sz="2800" dirty="0"/>
              <a:t>en el sonido o pronunciación</a:t>
            </a:r>
          </a:p>
        </p:txBody>
      </p:sp>
      <p:sp>
        <p:nvSpPr>
          <p:cNvPr id="7174" name="6 Rectángulo">
            <a:extLst>
              <a:ext uri="{FF2B5EF4-FFF2-40B4-BE49-F238E27FC236}">
                <a16:creationId xmlns:a16="http://schemas.microsoft.com/office/drawing/2014/main" id="{0884FBD7-84A0-4252-B086-F46EE727A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1681" y="5797722"/>
            <a:ext cx="4262863" cy="5232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CL" sz="2800" b="1" dirty="0"/>
              <a:t>Léxico: </a:t>
            </a:r>
            <a:r>
              <a:rPr lang="es-ES" altLang="es-CL" sz="2800" dirty="0"/>
              <a:t>en el vocabulario</a:t>
            </a:r>
          </a:p>
        </p:txBody>
      </p:sp>
      <p:sp>
        <p:nvSpPr>
          <p:cNvPr id="7175" name="7 Rectángulo">
            <a:extLst>
              <a:ext uri="{FF2B5EF4-FFF2-40B4-BE49-F238E27FC236}">
                <a16:creationId xmlns:a16="http://schemas.microsoft.com/office/drawing/2014/main" id="{83721884-244A-4404-BFF9-1DCB292A8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1681" y="4596072"/>
            <a:ext cx="6273019" cy="95410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" altLang="es-CL" sz="2800" b="1" dirty="0"/>
              <a:t>Gramatical: </a:t>
            </a:r>
            <a:r>
              <a:rPr lang="es-ES" altLang="es-CL" sz="2800" dirty="0"/>
              <a:t>en la construcción de las oraciones</a:t>
            </a:r>
          </a:p>
        </p:txBody>
      </p:sp>
      <p:sp>
        <p:nvSpPr>
          <p:cNvPr id="9" name="8 Rectángulo">
            <a:extLst>
              <a:ext uri="{FF2B5EF4-FFF2-40B4-BE49-F238E27FC236}">
                <a16:creationId xmlns:a16="http://schemas.microsoft.com/office/drawing/2014/main" id="{025A752E-6C25-441B-AF40-AC30AE0A912D}"/>
              </a:ext>
            </a:extLst>
          </p:cNvPr>
          <p:cNvSpPr/>
          <p:nvPr/>
        </p:nvSpPr>
        <p:spPr>
          <a:xfrm>
            <a:off x="423721" y="4009857"/>
            <a:ext cx="3364574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s-ES" sz="2800" dirty="0"/>
              <a:t>Estas diferencias las notamos en el nivel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67558BD-A8F5-B0A2-059E-3FAA8D9EC143}"/>
              </a:ext>
            </a:extLst>
          </p:cNvPr>
          <p:cNvSpPr txBox="1"/>
          <p:nvPr/>
        </p:nvSpPr>
        <p:spPr>
          <a:xfrm>
            <a:off x="429767" y="493394"/>
            <a:ext cx="11283769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_tradnl" sz="2800" dirty="0"/>
              <a:t>Cada vez que nos comunicamos lo hacemos de acuerdo con una situación específica, según </a:t>
            </a:r>
            <a:r>
              <a:rPr lang="es-ES_tradnl" sz="2800" b="1" dirty="0"/>
              <a:t>el momento, el lugar y la persona frente a la que se habla</a:t>
            </a:r>
            <a:r>
              <a:rPr lang="es-ES_tradnl" sz="2800" dirty="0"/>
              <a:t>.</a:t>
            </a:r>
            <a:endParaRPr lang="es-CL" sz="280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2A39BF9-ED80-41CC-CBDE-241BD4098E62}"/>
              </a:ext>
            </a:extLst>
          </p:cNvPr>
          <p:cNvCxnSpPr>
            <a:stCxn id="9" idx="3"/>
            <a:endCxn id="7173" idx="1"/>
          </p:cNvCxnSpPr>
          <p:nvPr/>
        </p:nvCxnSpPr>
        <p:spPr>
          <a:xfrm flipV="1">
            <a:off x="3788295" y="4009857"/>
            <a:ext cx="873386" cy="692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BEF91866-CE3C-03BE-D906-86DFB98BBD8F}"/>
              </a:ext>
            </a:extLst>
          </p:cNvPr>
          <p:cNvCxnSpPr>
            <a:cxnSpLocks/>
            <a:stCxn id="9" idx="3"/>
            <a:endCxn id="7175" idx="1"/>
          </p:cNvCxnSpPr>
          <p:nvPr/>
        </p:nvCxnSpPr>
        <p:spPr>
          <a:xfrm>
            <a:off x="3788295" y="4702355"/>
            <a:ext cx="873386" cy="370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5D4F816C-16E6-08EA-0F17-974B7BE3BBB2}"/>
              </a:ext>
            </a:extLst>
          </p:cNvPr>
          <p:cNvCxnSpPr>
            <a:stCxn id="9" idx="3"/>
            <a:endCxn id="7174" idx="1"/>
          </p:cNvCxnSpPr>
          <p:nvPr/>
        </p:nvCxnSpPr>
        <p:spPr>
          <a:xfrm>
            <a:off x="3788295" y="4702355"/>
            <a:ext cx="873386" cy="1356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CE0A47B-4A02-84AD-6C39-1B1D4BAF14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6712" y="612844"/>
            <a:ext cx="11325225" cy="563231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CL" altLang="es-C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Nivel Fónico: 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diferencia en la pronunciación puede alterar su significado.</a:t>
            </a:r>
            <a:endParaRPr lang="es-CL" altLang="es-CL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s-CL" altLang="es-C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Canto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(con énfasis en la primera sílaba): Acción de cantar.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s-CL" altLang="es-C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Canto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(con énfasis más igualado en las sílabas): Puede referirse al borde de un objeto, como el canto de una mesa.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s-CL" altLang="es-C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CL" altLang="es-C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Nivel Gramatical: </a:t>
            </a:r>
            <a:r>
              <a:rPr kumimoji="0" lang="es-CL" altLang="es-CL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misma palabra puede desempeñar diferentes funciones gramaticales: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s-CL" altLang="es-C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Canto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como sustantivo: "El </a:t>
            </a:r>
            <a:r>
              <a:rPr kumimoji="0" lang="es-CL" altLang="es-C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canto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los pájaros es hermoso.“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s-CL" altLang="es-C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Canto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como verbo (en presente de la primera persona singular): "Yo </a:t>
            </a:r>
            <a:r>
              <a:rPr kumimoji="0" lang="es-CL" altLang="es-C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canto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todos los días en la ducha.“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s-CL" altLang="es-C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CL" altLang="es-C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Nivel Léxico: 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contextos diversos, adquiere significados distintos: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música: "Su </a:t>
            </a:r>
            <a:r>
              <a:rPr kumimoji="0" lang="es-CL" altLang="es-C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canto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melodioso emociona a todos.“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geología: "Encontré un </a:t>
            </a:r>
            <a:r>
              <a:rPr kumimoji="0" lang="es-CL" altLang="es-C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canto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rodado cerca del río." (una piedra pulida por la erosión).</a:t>
            </a:r>
          </a:p>
        </p:txBody>
      </p:sp>
    </p:spTree>
    <p:extLst>
      <p:ext uri="{BB962C8B-B14F-4D97-AF65-F5344CB8AC3E}">
        <p14:creationId xmlns:p14="http://schemas.microsoft.com/office/powerpoint/2010/main" val="520105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1FE87E6-5378-46AF-AC72-396DE3449D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9209" y="401130"/>
            <a:ext cx="11553582" cy="88817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s-ES_tradnl" sz="2800" dirty="0"/>
              <a:t>A estas diferencias se les llama </a:t>
            </a:r>
            <a:r>
              <a:rPr lang="es-ES_tradnl" sz="2800" b="1" u="sng" dirty="0"/>
              <a:t>Variables lingüísticas</a:t>
            </a:r>
            <a:r>
              <a:rPr lang="es-ES_tradnl" sz="2800" dirty="0"/>
              <a:t>, y son cinco:</a:t>
            </a:r>
            <a:endParaRPr lang="es-ES" sz="2800" dirty="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995761C4-AF02-4803-8A36-95C4D5409B14}"/>
              </a:ext>
            </a:extLst>
          </p:cNvPr>
          <p:cNvSpPr txBox="1">
            <a:spLocks noChangeArrowheads="1"/>
          </p:cNvSpPr>
          <p:nvPr/>
        </p:nvSpPr>
        <p:spPr>
          <a:xfrm>
            <a:off x="2906963" y="1308496"/>
            <a:ext cx="5697110" cy="941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algn="ctr">
              <a:defRPr/>
            </a:pPr>
            <a:r>
              <a:rPr lang="es-ES_tradnl" sz="2800" b="1" u="sng" dirty="0"/>
              <a:t>1. Variable Diatópica:</a:t>
            </a:r>
            <a:endParaRPr lang="es-ES" sz="2800" b="1" u="sng" dirty="0"/>
          </a:p>
        </p:txBody>
      </p:sp>
      <p:sp>
        <p:nvSpPr>
          <p:cNvPr id="9220" name="3 Rectángulo">
            <a:extLst>
              <a:ext uri="{FF2B5EF4-FFF2-40B4-BE49-F238E27FC236}">
                <a16:creationId xmlns:a16="http://schemas.microsoft.com/office/drawing/2014/main" id="{E6714D50-3A49-40E6-94B1-341930EF0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761" y="4034423"/>
            <a:ext cx="8176398" cy="169277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CL" sz="2800" dirty="0">
                <a:latin typeface="+mj-lt"/>
              </a:rPr>
              <a:t>Por ejemplo, el español hablado en las diferentes regiones de Chile</a:t>
            </a:r>
            <a:endParaRPr lang="es-ES_tradnl" altLang="es-CL" sz="2800" dirty="0"/>
          </a:p>
          <a:p>
            <a:pPr>
              <a:spcBef>
                <a:spcPct val="0"/>
              </a:spcBef>
              <a:buClrTx/>
              <a:buSzTx/>
              <a:buNone/>
            </a:pPr>
            <a:endParaRPr lang="es-ES_tradnl" altLang="es-CL" sz="2400" dirty="0">
              <a:hlinkClick r:id="rId2"/>
            </a:endParaRP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s-ES_tradnl" altLang="es-CL" sz="2400" dirty="0">
                <a:hlinkClick r:id="rId3"/>
              </a:rPr>
              <a:t>https://www.youtube.com/watch?v=-hJgDufbBO0</a:t>
            </a:r>
            <a:endParaRPr lang="es-ES_tradnl" altLang="es-CL" sz="2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FF74F55-AC35-0042-D76D-EDEBFD7F9749}"/>
              </a:ext>
            </a:extLst>
          </p:cNvPr>
          <p:cNvSpPr txBox="1"/>
          <p:nvPr/>
        </p:nvSpPr>
        <p:spPr>
          <a:xfrm>
            <a:off x="319209" y="2386584"/>
            <a:ext cx="11553582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sz="2800" dirty="0"/>
              <a:t>Se refiere a las diferencias dentro de una misma lengua según los lugares o puntos geográficos en que se utiliza. </a:t>
            </a:r>
            <a:endParaRPr lang="es-CL" dirty="0"/>
          </a:p>
        </p:txBody>
      </p:sp>
      <p:pic>
        <p:nvPicPr>
          <p:cNvPr id="1026" name="Picture 2" descr="Niños y niñas de 4 años o más | Chile Crece Conti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24" y="3517310"/>
            <a:ext cx="2892137" cy="289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>
            <a:extLst>
              <a:ext uri="{FF2B5EF4-FFF2-40B4-BE49-F238E27FC236}">
                <a16:creationId xmlns:a16="http://schemas.microsoft.com/office/drawing/2014/main" id="{0E5A4D8D-9EAF-412A-A5F7-6F22E22799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8055" y="1427419"/>
            <a:ext cx="11452999" cy="163671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defRPr/>
            </a:pPr>
            <a:r>
              <a:rPr lang="es-ES_tradnl" sz="2800" dirty="0"/>
              <a:t>Son los cambios en la lengua por el paso del tiempo.</a:t>
            </a:r>
          </a:p>
          <a:p>
            <a:pPr>
              <a:defRPr/>
            </a:pPr>
            <a:r>
              <a:rPr lang="es-ES_tradnl" sz="2800" dirty="0"/>
              <a:t>Las palabras cambian en su pronunciación y aparecen o dejan de usarse otras. </a:t>
            </a:r>
          </a:p>
        </p:txBody>
      </p:sp>
      <p:sp>
        <p:nvSpPr>
          <p:cNvPr id="5" name="4 Rectángulo">
            <a:extLst>
              <a:ext uri="{FF2B5EF4-FFF2-40B4-BE49-F238E27FC236}">
                <a16:creationId xmlns:a16="http://schemas.microsoft.com/office/drawing/2014/main" id="{E0B332C5-ED33-438B-B8FE-7C8C5EC58DAE}"/>
              </a:ext>
            </a:extLst>
          </p:cNvPr>
          <p:cNvSpPr/>
          <p:nvPr/>
        </p:nvSpPr>
        <p:spPr>
          <a:xfrm>
            <a:off x="345735" y="3567499"/>
            <a:ext cx="3181526" cy="26776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s-ES" sz="2800" b="1" dirty="0"/>
              <a:t>Arcaísmos</a:t>
            </a:r>
            <a:r>
              <a:rPr lang="es-ES" sz="2800" dirty="0"/>
              <a:t>: son aquellas palabras que ya no se usan, por ejemplo, paletó (</a:t>
            </a:r>
            <a:r>
              <a:rPr lang="es-ES" sz="2800" dirty="0" err="1"/>
              <a:t>vestón</a:t>
            </a:r>
            <a:r>
              <a:rPr lang="es-ES" sz="2800" dirty="0"/>
              <a:t>)</a:t>
            </a:r>
          </a:p>
        </p:txBody>
      </p:sp>
      <p:sp>
        <p:nvSpPr>
          <p:cNvPr id="6" name="5 Rectángulo">
            <a:extLst>
              <a:ext uri="{FF2B5EF4-FFF2-40B4-BE49-F238E27FC236}">
                <a16:creationId xmlns:a16="http://schemas.microsoft.com/office/drawing/2014/main" id="{B1B880D8-5DB2-486D-BFB0-D88FC91B9315}"/>
              </a:ext>
            </a:extLst>
          </p:cNvPr>
          <p:cNvSpPr/>
          <p:nvPr/>
        </p:nvSpPr>
        <p:spPr>
          <a:xfrm>
            <a:off x="8165668" y="3567499"/>
            <a:ext cx="3680597" cy="240065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s-ES" sz="3000" b="1" dirty="0"/>
              <a:t>Neologismos</a:t>
            </a:r>
            <a:r>
              <a:rPr lang="es-ES" sz="3000" dirty="0"/>
              <a:t>: es la aparición de palabras nuevas. Por ejemplo, la palabra chatear</a:t>
            </a: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E1B65042-025B-6BBB-0F0D-5E0CA2B6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374" y="218507"/>
            <a:ext cx="4090849" cy="1371600"/>
          </a:xfrm>
        </p:spPr>
        <p:txBody>
          <a:bodyPr>
            <a:normAutofit/>
          </a:bodyPr>
          <a:lstStyle/>
          <a:p>
            <a:pPr algn="ctr"/>
            <a:r>
              <a:rPr lang="es-CL" sz="2800" b="1" u="sng" dirty="0"/>
              <a:t>2. Variable diacrónica</a:t>
            </a:r>
          </a:p>
        </p:txBody>
      </p:sp>
      <p:pic>
        <p:nvPicPr>
          <p:cNvPr id="2052" name="Picture 4" descr="Mujer y hombre de diferentes edades. De niño a viejo | Vector Premium">
            <a:extLst>
              <a:ext uri="{FF2B5EF4-FFF2-40B4-BE49-F238E27FC236}">
                <a16:creationId xmlns:a16="http://schemas.microsoft.com/office/drawing/2014/main" id="{C915042B-562E-07A1-3053-4FC7E1B27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481" y="3429000"/>
            <a:ext cx="3839967" cy="286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9B134C2-C05A-46DB-9105-D3050E2052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65576" y="239241"/>
            <a:ext cx="5043488" cy="99377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ES_tradnl" sz="2800" b="1" u="sng" dirty="0"/>
              <a:t>3. Variable diastrática</a:t>
            </a:r>
            <a:endParaRPr lang="es-ES" sz="2800" b="1" u="sng" dirty="0"/>
          </a:p>
        </p:txBody>
      </p:sp>
      <p:sp>
        <p:nvSpPr>
          <p:cNvPr id="5" name="4 Rectángulo">
            <a:extLst>
              <a:ext uri="{FF2B5EF4-FFF2-40B4-BE49-F238E27FC236}">
                <a16:creationId xmlns:a16="http://schemas.microsoft.com/office/drawing/2014/main" id="{FFDC1282-5526-49A7-B7CC-049E501D4E95}"/>
              </a:ext>
            </a:extLst>
          </p:cNvPr>
          <p:cNvSpPr/>
          <p:nvPr/>
        </p:nvSpPr>
        <p:spPr>
          <a:xfrm>
            <a:off x="368808" y="2534025"/>
            <a:ext cx="4676775" cy="12557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s-ES_tradnl" sz="2800" b="1" dirty="0"/>
              <a:t>Por ejemplo</a:t>
            </a:r>
            <a:r>
              <a:rPr lang="es-ES_tradnl" sz="2800" dirty="0"/>
              <a:t>: clase alta v/s clase baja, urbana v/s rural, etc.</a:t>
            </a:r>
          </a:p>
        </p:txBody>
      </p:sp>
      <p:sp>
        <p:nvSpPr>
          <p:cNvPr id="6" name="5 Rectángulo">
            <a:extLst>
              <a:ext uri="{FF2B5EF4-FFF2-40B4-BE49-F238E27FC236}">
                <a16:creationId xmlns:a16="http://schemas.microsoft.com/office/drawing/2014/main" id="{235E4AE6-32A2-46A9-9D7F-5088F8025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496" y="2534025"/>
            <a:ext cx="6711696" cy="125572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CL" sz="2800" dirty="0">
                <a:latin typeface="+mj-lt"/>
              </a:rPr>
              <a:t>Algunos hablantes usan una variante lingüística estigmatizadora, como los </a:t>
            </a:r>
            <a:r>
              <a:rPr lang="es-ES_tradnl" altLang="es-CL" sz="2800" b="1" u="sng" dirty="0">
                <a:latin typeface="+mj-lt"/>
              </a:rPr>
              <a:t>vulgarismos</a:t>
            </a:r>
            <a:r>
              <a:rPr lang="es-ES_tradnl" altLang="es-CL" sz="2800" dirty="0">
                <a:latin typeface="+mj-lt"/>
              </a:rPr>
              <a:t>.</a:t>
            </a:r>
          </a:p>
        </p:txBody>
      </p:sp>
      <p:sp>
        <p:nvSpPr>
          <p:cNvPr id="8" name="7 Rectángulo">
            <a:extLst>
              <a:ext uri="{FF2B5EF4-FFF2-40B4-BE49-F238E27FC236}">
                <a16:creationId xmlns:a16="http://schemas.microsoft.com/office/drawing/2014/main" id="{69646E7A-1EC8-4C5D-B87E-B98A93B9E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808" y="4622874"/>
            <a:ext cx="2502409" cy="86793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CL" sz="2800" dirty="0">
                <a:latin typeface="+mj-lt"/>
              </a:rPr>
              <a:t>Según esto, encontramos</a:t>
            </a:r>
          </a:p>
        </p:txBody>
      </p:sp>
      <p:sp>
        <p:nvSpPr>
          <p:cNvPr id="10" name="9 Rectángulo">
            <a:extLst>
              <a:ext uri="{FF2B5EF4-FFF2-40B4-BE49-F238E27FC236}">
                <a16:creationId xmlns:a16="http://schemas.microsoft.com/office/drawing/2014/main" id="{430CBFA6-B7BF-4526-8F02-33C99131F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352" y="4035902"/>
            <a:ext cx="7863840" cy="241912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None/>
            </a:pPr>
            <a:r>
              <a:rPr lang="es-ES" sz="2800" b="1" dirty="0">
                <a:latin typeface="+mj-lt"/>
              </a:rPr>
              <a:t>Nivel culto: </a:t>
            </a:r>
            <a:r>
              <a:rPr lang="es-ES" sz="2800" dirty="0">
                <a:latin typeface="+mj-lt"/>
              </a:rPr>
              <a:t>Por favor, ¿podría indicarme cómo llegar a la plaza principal?</a:t>
            </a:r>
          </a:p>
          <a:p>
            <a:pPr>
              <a:buNone/>
            </a:pPr>
            <a:endParaRPr lang="es-ES" sz="2800" dirty="0">
              <a:latin typeface="+mj-lt"/>
            </a:endParaRPr>
          </a:p>
          <a:p>
            <a:pPr>
              <a:buNone/>
            </a:pPr>
            <a:r>
              <a:rPr lang="es-ES" sz="2800" b="1" dirty="0">
                <a:latin typeface="+mj-lt"/>
              </a:rPr>
              <a:t>Nivel inculto: </a:t>
            </a:r>
            <a:r>
              <a:rPr lang="es-ES" sz="2800" dirty="0">
                <a:latin typeface="+mj-lt"/>
              </a:rPr>
              <a:t>Oiga, ¿dónde queda la plaza?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1897ED9-7941-E460-6CBB-74644FA1CF74}"/>
              </a:ext>
            </a:extLst>
          </p:cNvPr>
          <p:cNvSpPr txBox="1"/>
          <p:nvPr/>
        </p:nvSpPr>
        <p:spPr>
          <a:xfrm>
            <a:off x="368808" y="1380744"/>
            <a:ext cx="11454384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_tradnl" sz="2800" dirty="0"/>
              <a:t>Deriva de la estructuración de la sociedad en </a:t>
            </a:r>
            <a:r>
              <a:rPr lang="es-ES_tradnl" sz="2800" i="1" dirty="0"/>
              <a:t>clases sociales</a:t>
            </a:r>
            <a:r>
              <a:rPr lang="es-ES_tradnl" sz="2800" dirty="0"/>
              <a:t>, por lo que se le llama también </a:t>
            </a:r>
            <a:r>
              <a:rPr lang="es-ES_tradnl" sz="2800" b="1" u="sng" dirty="0"/>
              <a:t>sociolecto</a:t>
            </a:r>
            <a:r>
              <a:rPr lang="es-ES_tradnl" sz="2800" dirty="0"/>
              <a:t>. </a:t>
            </a:r>
            <a:endParaRPr lang="es-CL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21F282C6-CE21-7A34-8B15-1A2BCF32B114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871217" y="4377491"/>
            <a:ext cx="1088135" cy="679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F0FBA55-0816-4CF5-AF97-EC8BFB25D85B}"/>
              </a:ext>
            </a:extLst>
          </p:cNvPr>
          <p:cNvCxnSpPr>
            <a:cxnSpLocks/>
          </p:cNvCxnSpPr>
          <p:nvPr/>
        </p:nvCxnSpPr>
        <p:spPr>
          <a:xfrm>
            <a:off x="2863834" y="5057605"/>
            <a:ext cx="1088135" cy="748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AFD8905-779B-4DC7-9609-C6511BD899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7559" y="340014"/>
            <a:ext cx="7392700" cy="743236"/>
          </a:xfrm>
          <a:noFill/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2800" b="1" u="sng" dirty="0"/>
              <a:t>4. Variable diafásica:</a:t>
            </a:r>
            <a:endParaRPr lang="es-ES" sz="2800" b="1" u="sng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130CE855-8A64-4DC4-ADC6-CB56A430A3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958" y="1327105"/>
            <a:ext cx="11500666" cy="136809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eaLnBrk="1" hangingPunct="1">
              <a:buNone/>
              <a:defRPr/>
            </a:pPr>
            <a:r>
              <a:rPr lang="es-ES_tradnl" sz="2800" dirty="0"/>
              <a:t>Depende del tipo de </a:t>
            </a:r>
            <a:r>
              <a:rPr lang="es-ES_tradnl" sz="2800" b="1" i="1" dirty="0"/>
              <a:t>relación funcional </a:t>
            </a:r>
            <a:r>
              <a:rPr lang="es-ES_tradnl" sz="2800" dirty="0"/>
              <a:t>que se da entre los hablantes. </a:t>
            </a:r>
            <a:r>
              <a:rPr lang="es-ES_tradnl" sz="2800" u="sng" dirty="0"/>
              <a:t>Por ejemplo: </a:t>
            </a:r>
            <a:r>
              <a:rPr lang="es-ES_tradnl" sz="2800" dirty="0"/>
              <a:t>el lenguaje usado frente al jefe, a los amigos o con la familia es distinto</a:t>
            </a:r>
            <a:r>
              <a:rPr lang="es-ES_tradnl" sz="3000" dirty="0"/>
              <a:t>.</a:t>
            </a:r>
            <a:endParaRPr lang="es-ES" sz="3000" dirty="0"/>
          </a:p>
        </p:txBody>
      </p:sp>
      <p:sp>
        <p:nvSpPr>
          <p:cNvPr id="5" name="4 Rectángulo">
            <a:extLst>
              <a:ext uri="{FF2B5EF4-FFF2-40B4-BE49-F238E27FC236}">
                <a16:creationId xmlns:a16="http://schemas.microsoft.com/office/drawing/2014/main" id="{4A3E2C4B-F6DA-49C1-A858-E3087CD8F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76" y="4203005"/>
            <a:ext cx="2512292" cy="86793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CL" sz="2800" dirty="0">
                <a:latin typeface="+mj-lt"/>
              </a:rPr>
              <a:t>Según esto, encontramos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A433BD1-48EC-9D08-096A-2D267A5B9AEF}"/>
              </a:ext>
            </a:extLst>
          </p:cNvPr>
          <p:cNvSpPr txBox="1"/>
          <p:nvPr/>
        </p:nvSpPr>
        <p:spPr>
          <a:xfrm>
            <a:off x="3767328" y="3065090"/>
            <a:ext cx="8083296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s-ES" sz="2400" b="1" dirty="0"/>
              <a:t>Registro formal: “</a:t>
            </a:r>
            <a:r>
              <a:rPr lang="es-ES" sz="2400" dirty="0"/>
              <a:t>Estimado Sr. González: Le escribo para informarle que he recibido el documento solicitado. Estoy a su disposición para cualquier consulta adicional. Agradezco de antemano su atención. Atentamente, María López.”</a:t>
            </a:r>
          </a:p>
          <a:p>
            <a:pPr algn="just">
              <a:buNone/>
            </a:pPr>
            <a:endParaRPr lang="es-ES" sz="2400" dirty="0"/>
          </a:p>
          <a:p>
            <a:pPr algn="just">
              <a:buNone/>
            </a:pPr>
            <a:r>
              <a:rPr lang="es-ES" sz="2400" b="1" dirty="0"/>
              <a:t>Registro informal: “</a:t>
            </a:r>
            <a:r>
              <a:rPr lang="es-ES" sz="2400" dirty="0"/>
              <a:t>Hola Gonzalo, ¡Recibí el documento que pediste! Avísame si necesitas algo más. Un abrazo, María.”</a:t>
            </a:r>
            <a:endParaRPr lang="es-CL" sz="2400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51738481-AA25-776B-BB23-4A729A729AC7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853668" y="3589123"/>
            <a:ext cx="913660" cy="1047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75CA948-CE6E-CC4E-C8D2-E49E1EAFC3F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853668" y="4636970"/>
            <a:ext cx="913660" cy="893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CD62A75-3090-4034-BB04-9B3FD2E59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10973" y="393702"/>
            <a:ext cx="5143500" cy="928688"/>
          </a:xfrm>
          <a:noFill/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sz="2800" b="1" u="sng" dirty="0"/>
              <a:t>5. Variable </a:t>
            </a:r>
            <a:r>
              <a:rPr lang="es-ES_tradnl" sz="2800" b="1" u="sng" dirty="0" err="1"/>
              <a:t>diagénita</a:t>
            </a:r>
            <a:endParaRPr lang="es-ES" sz="2800" b="1" u="sng" dirty="0"/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75D2CD37-782A-4E93-B8C5-BE409B42770F}"/>
              </a:ext>
            </a:extLst>
          </p:cNvPr>
          <p:cNvSpPr/>
          <p:nvPr/>
        </p:nvSpPr>
        <p:spPr>
          <a:xfrm>
            <a:off x="3630168" y="3429000"/>
            <a:ext cx="8183880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es-ES_tradnl" sz="2800" dirty="0"/>
              <a:t>Por ejemplo, las mujeres hablan ligeramente más rápido que los hombres y usan más expresiones afectivas, es poco usual que un hombre diga “mi amor”.</a:t>
            </a:r>
            <a:endParaRPr lang="es-ES" sz="2800" dirty="0"/>
          </a:p>
        </p:txBody>
      </p:sp>
      <p:sp>
        <p:nvSpPr>
          <p:cNvPr id="15365" name="AutoShape 5" descr="Hombres y mujeres | El Correo">
            <a:extLst>
              <a:ext uri="{FF2B5EF4-FFF2-40B4-BE49-F238E27FC236}">
                <a16:creationId xmlns:a16="http://schemas.microsoft.com/office/drawing/2014/main" id="{CC331685-F9FF-49D8-BA6A-EEB732DB85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sp>
        <p:nvSpPr>
          <p:cNvPr id="15366" name="AutoShape 7" descr="Hombres y mujeres | El Correo">
            <a:extLst>
              <a:ext uri="{FF2B5EF4-FFF2-40B4-BE49-F238E27FC236}">
                <a16:creationId xmlns:a16="http://schemas.microsoft.com/office/drawing/2014/main" id="{27BCD5D6-3B1D-475A-B66E-AB3CFC6CDE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sp>
        <p:nvSpPr>
          <p:cNvPr id="15367" name="AutoShape 9" descr="JJpD denuncia que la igualdad &quot;real y efectiva&quot; entre hombres y ...">
            <a:extLst>
              <a:ext uri="{FF2B5EF4-FFF2-40B4-BE49-F238E27FC236}">
                <a16:creationId xmlns:a16="http://schemas.microsoft.com/office/drawing/2014/main" id="{3543FF6C-4C56-4509-B7B6-E681A63181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sp>
        <p:nvSpPr>
          <p:cNvPr id="15368" name="AutoShape 11" descr="JJpD denuncia que la igualdad &quot;real y efectiva&quot; entre hombres y ...">
            <a:extLst>
              <a:ext uri="{FF2B5EF4-FFF2-40B4-BE49-F238E27FC236}">
                <a16:creationId xmlns:a16="http://schemas.microsoft.com/office/drawing/2014/main" id="{5B974681-1ED8-4BA8-8518-7E268A10DC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sp>
        <p:nvSpPr>
          <p:cNvPr id="15369" name="AutoShape 13" descr="Diferencias de género en los puestos de trabajo - Salud Laboral">
            <a:extLst>
              <a:ext uri="{FF2B5EF4-FFF2-40B4-BE49-F238E27FC236}">
                <a16:creationId xmlns:a16="http://schemas.microsoft.com/office/drawing/2014/main" id="{89FAB0A3-F6FF-42B7-AD63-5744553E3B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sp>
        <p:nvSpPr>
          <p:cNvPr id="15370" name="AutoShape 15" descr="Diferencias de género en los puestos de trabajo - Salud Laboral">
            <a:extLst>
              <a:ext uri="{FF2B5EF4-FFF2-40B4-BE49-F238E27FC236}">
                <a16:creationId xmlns:a16="http://schemas.microsoft.com/office/drawing/2014/main" id="{5ADF206A-80A6-41AD-AFA0-408B3B028B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sp>
        <p:nvSpPr>
          <p:cNvPr id="15371" name="AutoShape 17" descr="Diferencias de género en los puestos de trabajo - Salud Laboral">
            <a:extLst>
              <a:ext uri="{FF2B5EF4-FFF2-40B4-BE49-F238E27FC236}">
                <a16:creationId xmlns:a16="http://schemas.microsoft.com/office/drawing/2014/main" id="{2EB3A4FE-E503-42F2-A86B-C9B4822DE5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76EA04D-2815-33AB-15D4-476B3192C6AC}"/>
              </a:ext>
            </a:extLst>
          </p:cNvPr>
          <p:cNvSpPr txBox="1"/>
          <p:nvPr/>
        </p:nvSpPr>
        <p:spPr>
          <a:xfrm>
            <a:off x="329184" y="1453896"/>
            <a:ext cx="11484864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_tradnl" sz="2800" dirty="0"/>
              <a:t>Se refiere a las distintas formas de expresión entre hombres y mujeres, es decir, una diferencia de género en el </a:t>
            </a:r>
            <a:r>
              <a:rPr lang="es-ES_tradnl" sz="2800" b="1" dirty="0"/>
              <a:t>tono, ritmo y expresiones</a:t>
            </a:r>
            <a:r>
              <a:rPr lang="es-ES_tradnl" sz="2800" dirty="0"/>
              <a:t>. </a:t>
            </a:r>
            <a:endParaRPr lang="es-CL" dirty="0"/>
          </a:p>
        </p:txBody>
      </p:sp>
      <p:pic>
        <p:nvPicPr>
          <p:cNvPr id="1028" name="Picture 4" descr="ilustración, vector, diseño, de, gente, hablar, entre, hombre y mujer  6207811 Vector en Vecteezy">
            <a:extLst>
              <a:ext uri="{FF2B5EF4-FFF2-40B4-BE49-F238E27FC236}">
                <a16:creationId xmlns:a16="http://schemas.microsoft.com/office/drawing/2014/main" id="{C37F7DF2-C8B5-A84F-5FB1-7B0F7F6B73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1" t="17333" r="17068" b="8800"/>
          <a:stretch/>
        </p:blipFill>
        <p:spPr bwMode="auto">
          <a:xfrm>
            <a:off x="377952" y="3035472"/>
            <a:ext cx="3044952" cy="3296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5" descr="Hombres y mujeres | El Correo">
            <a:extLst>
              <a:ext uri="{FF2B5EF4-FFF2-40B4-BE49-F238E27FC236}">
                <a16:creationId xmlns:a16="http://schemas.microsoft.com/office/drawing/2014/main" id="{45851884-9D48-45EA-8E35-F3348EDD2B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sp>
        <p:nvSpPr>
          <p:cNvPr id="17411" name="AutoShape 7" descr="Hombres y mujeres | El Correo">
            <a:extLst>
              <a:ext uri="{FF2B5EF4-FFF2-40B4-BE49-F238E27FC236}">
                <a16:creationId xmlns:a16="http://schemas.microsoft.com/office/drawing/2014/main" id="{EABC31F9-2861-4FEA-A675-577076C7F9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sp>
        <p:nvSpPr>
          <p:cNvPr id="17412" name="AutoShape 9" descr="JJpD denuncia que la igualdad &quot;real y efectiva&quot; entre hombres y ...">
            <a:extLst>
              <a:ext uri="{FF2B5EF4-FFF2-40B4-BE49-F238E27FC236}">
                <a16:creationId xmlns:a16="http://schemas.microsoft.com/office/drawing/2014/main" id="{908DA680-F37F-4167-B09A-E2D2608B92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sp>
        <p:nvSpPr>
          <p:cNvPr id="17413" name="AutoShape 11" descr="JJpD denuncia que la igualdad &quot;real y efectiva&quot; entre hombres y ...">
            <a:extLst>
              <a:ext uri="{FF2B5EF4-FFF2-40B4-BE49-F238E27FC236}">
                <a16:creationId xmlns:a16="http://schemas.microsoft.com/office/drawing/2014/main" id="{CBC4EC59-DEE2-4A73-A2D5-F713EB14CA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sp>
        <p:nvSpPr>
          <p:cNvPr id="17414" name="AutoShape 13" descr="Diferencias de género en los puestos de trabajo - Salud Laboral">
            <a:extLst>
              <a:ext uri="{FF2B5EF4-FFF2-40B4-BE49-F238E27FC236}">
                <a16:creationId xmlns:a16="http://schemas.microsoft.com/office/drawing/2014/main" id="{8B6F505F-DBCE-4257-BDCC-AFEA8D32B8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sp>
        <p:nvSpPr>
          <p:cNvPr id="17415" name="AutoShape 15" descr="Diferencias de género en los puestos de trabajo - Salud Laboral">
            <a:extLst>
              <a:ext uri="{FF2B5EF4-FFF2-40B4-BE49-F238E27FC236}">
                <a16:creationId xmlns:a16="http://schemas.microsoft.com/office/drawing/2014/main" id="{08BF6C6D-77C8-4E06-B11A-F3C889FFC9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sp>
        <p:nvSpPr>
          <p:cNvPr id="17416" name="AutoShape 17" descr="Diferencias de género en los puestos de trabajo - Salud Laboral">
            <a:extLst>
              <a:ext uri="{FF2B5EF4-FFF2-40B4-BE49-F238E27FC236}">
                <a16:creationId xmlns:a16="http://schemas.microsoft.com/office/drawing/2014/main" id="{E7518F31-14C5-470D-A351-01E069B992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AF7E7EB-BF92-8848-59BD-ADF924E1E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480028"/>
              </p:ext>
            </p:extLst>
          </p:nvPr>
        </p:nvGraphicFramePr>
        <p:xfrm>
          <a:off x="381000" y="2130818"/>
          <a:ext cx="11430000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7037">
                  <a:extLst>
                    <a:ext uri="{9D8B030D-6E8A-4147-A177-3AD203B41FA5}">
                      <a16:colId xmlns:a16="http://schemas.microsoft.com/office/drawing/2014/main" val="2498843928"/>
                    </a:ext>
                  </a:extLst>
                </a:gridCol>
                <a:gridCol w="5195299">
                  <a:extLst>
                    <a:ext uri="{9D8B030D-6E8A-4147-A177-3AD203B41FA5}">
                      <a16:colId xmlns:a16="http://schemas.microsoft.com/office/drawing/2014/main" val="2005402255"/>
                    </a:ext>
                  </a:extLst>
                </a:gridCol>
                <a:gridCol w="3407664">
                  <a:extLst>
                    <a:ext uri="{9D8B030D-6E8A-4147-A177-3AD203B41FA5}">
                      <a16:colId xmlns:a16="http://schemas.microsoft.com/office/drawing/2014/main" val="3137618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Tipo de Registro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Definición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Ejemplo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892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Registro culto 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Valorado socialmente, vocabulario amplio y preciso que permite expresar abstracciones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dirty="0"/>
                        <a:t>Tarjetas de condolencias, contratos de trabajo, actas y ensayos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08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Registro culto informal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Situaciones de comunicación de carácter familiar y cotidiano, oraciones breves de poca complejidad.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dirty="0"/>
                        <a:t>“amigo, hoy es el partido del </a:t>
                      </a:r>
                      <a:r>
                        <a:rPr lang="es-CL" dirty="0" err="1"/>
                        <a:t>Colo</a:t>
                      </a:r>
                      <a:r>
                        <a:rPr lang="es-CL" dirty="0"/>
                        <a:t> y la Cato”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dirty="0"/>
                        <a:t>“hagamos un picoteo y una chelita”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744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Registro inculto 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Personas que no saben expresarse en contextos formales y tratan de adaptarse a su interlocutor.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dirty="0"/>
                        <a:t>“profe, no me entro nada en la mente”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387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Registro inculto informal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Personas que no accedieron al uso de la norma culta, léxico reducido. Poco valorado socialmente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CL" dirty="0"/>
                        <a:t>“Te </a:t>
                      </a:r>
                      <a:r>
                        <a:rPr lang="es-CL" dirty="0" err="1"/>
                        <a:t>voa</a:t>
                      </a:r>
                      <a:r>
                        <a:rPr lang="es-CL" dirty="0"/>
                        <a:t> rajarte el paño”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340386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E67D3F9F-297F-DFD7-06D6-2D6F6123C600}"/>
              </a:ext>
            </a:extLst>
          </p:cNvPr>
          <p:cNvSpPr txBox="1"/>
          <p:nvPr/>
        </p:nvSpPr>
        <p:spPr>
          <a:xfrm>
            <a:off x="310896" y="347472"/>
            <a:ext cx="11500104" cy="169277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sz="2600" b="1" u="sng" dirty="0"/>
              <a:t>REGISTRO DE HABLA</a:t>
            </a:r>
          </a:p>
          <a:p>
            <a:pPr algn="ctr"/>
            <a:endParaRPr lang="es-CL" sz="2600" b="1" u="sng" dirty="0"/>
          </a:p>
          <a:p>
            <a:pPr algn="just"/>
            <a:r>
              <a:rPr lang="es-CL" sz="2600" dirty="0"/>
              <a:t>Los registros son las distintas formas en la que se manifiesta el lenguaje según la situación comunicativa en la que nos encontramos: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2" descr="Registros del habla | Ministerio de Educación Pública">
            <a:extLst>
              <a:ext uri="{FF2B5EF4-FFF2-40B4-BE49-F238E27FC236}">
                <a16:creationId xmlns:a16="http://schemas.microsoft.com/office/drawing/2014/main" id="{27020DF3-0009-4DEC-A377-B8ED4FF657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7513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s-CL" altLang="es-CL" sz="1800"/>
          </a:p>
        </p:txBody>
      </p:sp>
      <p:sp>
        <p:nvSpPr>
          <p:cNvPr id="4" name="3 Rectángulo">
            <a:extLst>
              <a:ext uri="{FF2B5EF4-FFF2-40B4-BE49-F238E27FC236}">
                <a16:creationId xmlns:a16="http://schemas.microsoft.com/office/drawing/2014/main" id="{ABC86BCB-DAB4-4336-8101-809A85562DC1}"/>
              </a:ext>
            </a:extLst>
          </p:cNvPr>
          <p:cNvSpPr/>
          <p:nvPr/>
        </p:nvSpPr>
        <p:spPr>
          <a:xfrm>
            <a:off x="356616" y="1309528"/>
            <a:ext cx="11475720" cy="517064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s-ES" sz="2200" dirty="0"/>
              <a:t>1. Se ocupa de la transmisión de contenidos, para lo que utiliza un léxico preciso. Se utiliza en textos como informes, ensayos, actas, etc. El enunciado anterior se refiere a:</a:t>
            </a:r>
          </a:p>
          <a:p>
            <a:pPr marL="342900" indent="-342900">
              <a:buFontTx/>
              <a:buAutoNum type="alphaLcParenR"/>
              <a:defRPr/>
            </a:pPr>
            <a:r>
              <a:rPr lang="es-ES" sz="2200" dirty="0"/>
              <a:t>Registro de habla informal.</a:t>
            </a:r>
          </a:p>
          <a:p>
            <a:pPr marL="342900" indent="-342900">
              <a:buFontTx/>
              <a:buAutoNum type="alphaLcParenR"/>
              <a:defRPr/>
            </a:pPr>
            <a:r>
              <a:rPr lang="es-ES" sz="2200" dirty="0"/>
              <a:t>Nivel de habla inculto.</a:t>
            </a:r>
          </a:p>
          <a:p>
            <a:pPr marL="342900" indent="-342900">
              <a:buFontTx/>
              <a:buAutoNum type="alphaLcParenR"/>
              <a:defRPr/>
            </a:pPr>
            <a:r>
              <a:rPr lang="es-ES" sz="2200" dirty="0"/>
              <a:t>Registro de habla formal.</a:t>
            </a:r>
          </a:p>
          <a:p>
            <a:pPr marL="342900" indent="-342900">
              <a:buFontTx/>
              <a:buAutoNum type="alphaLcParenR"/>
              <a:defRPr/>
            </a:pPr>
            <a:r>
              <a:rPr lang="es-ES" sz="2200" dirty="0"/>
              <a:t>Nivel de habla culto.</a:t>
            </a:r>
          </a:p>
          <a:p>
            <a:pPr marL="342900" indent="-342900">
              <a:defRPr/>
            </a:pPr>
            <a:endParaRPr lang="es-ES" sz="2200" dirty="0"/>
          </a:p>
          <a:p>
            <a:pPr marL="342900" indent="-342900">
              <a:defRPr/>
            </a:pPr>
            <a:endParaRPr lang="es-ES" sz="2200" dirty="0"/>
          </a:p>
          <a:p>
            <a:pPr marL="342900" indent="-342900">
              <a:defRPr/>
            </a:pPr>
            <a:r>
              <a:rPr lang="es-ES" sz="2200" dirty="0"/>
              <a:t>2. Se dirige a la interacción y su léxico es menos preciso. Se utiliza en textos como cartas, recados, chat, etc.  La definición se refiere a:</a:t>
            </a:r>
          </a:p>
          <a:p>
            <a:pPr marL="342900" indent="-342900">
              <a:buFontTx/>
              <a:buAutoNum type="alphaLcParenR"/>
              <a:defRPr/>
            </a:pPr>
            <a:r>
              <a:rPr lang="es-ES" sz="2200" dirty="0"/>
              <a:t>Registro de habla informal.</a:t>
            </a:r>
          </a:p>
          <a:p>
            <a:pPr marL="342900" indent="-342900">
              <a:buFontTx/>
              <a:buAutoNum type="alphaLcParenR"/>
              <a:defRPr/>
            </a:pPr>
            <a:r>
              <a:rPr lang="es-ES" sz="2200" dirty="0"/>
              <a:t>Nivel de habla inculto.</a:t>
            </a:r>
          </a:p>
          <a:p>
            <a:pPr marL="342900" indent="-342900">
              <a:buFontTx/>
              <a:buAutoNum type="alphaLcParenR"/>
              <a:defRPr/>
            </a:pPr>
            <a:r>
              <a:rPr lang="es-ES" sz="2200" dirty="0"/>
              <a:t>Registro de habla formal.</a:t>
            </a:r>
          </a:p>
          <a:p>
            <a:pPr marL="342900" indent="-342900">
              <a:buFontTx/>
              <a:buAutoNum type="alphaLcParenR"/>
              <a:defRPr/>
            </a:pPr>
            <a:r>
              <a:rPr lang="es-ES" sz="2200" dirty="0"/>
              <a:t>Nivel de habla culto</a:t>
            </a:r>
          </a:p>
        </p:txBody>
      </p:sp>
      <p:sp>
        <p:nvSpPr>
          <p:cNvPr id="5" name="4 Hexágono">
            <a:extLst>
              <a:ext uri="{FF2B5EF4-FFF2-40B4-BE49-F238E27FC236}">
                <a16:creationId xmlns:a16="http://schemas.microsoft.com/office/drawing/2014/main" id="{2178FED3-0594-4870-A9D8-AC2FBEF3A8A6}"/>
              </a:ext>
            </a:extLst>
          </p:cNvPr>
          <p:cNvSpPr/>
          <p:nvPr/>
        </p:nvSpPr>
        <p:spPr>
          <a:xfrm>
            <a:off x="425535" y="3097450"/>
            <a:ext cx="214313" cy="214313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sp>
        <p:nvSpPr>
          <p:cNvPr id="6" name="5 Hexágono">
            <a:extLst>
              <a:ext uri="{FF2B5EF4-FFF2-40B4-BE49-F238E27FC236}">
                <a16:creationId xmlns:a16="http://schemas.microsoft.com/office/drawing/2014/main" id="{721E9800-8BB1-44D4-A38E-E847837771DC}"/>
              </a:ext>
            </a:extLst>
          </p:cNvPr>
          <p:cNvSpPr/>
          <p:nvPr/>
        </p:nvSpPr>
        <p:spPr>
          <a:xfrm>
            <a:off x="425534" y="5099685"/>
            <a:ext cx="214313" cy="200025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3A874E-DA6C-8BB4-D6A7-8DAE9AE3E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60" y="391516"/>
            <a:ext cx="682811" cy="68890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60292C0-7680-6ADE-A36C-BEEA23FA9C08}"/>
              </a:ext>
            </a:extLst>
          </p:cNvPr>
          <p:cNvSpPr txBox="1"/>
          <p:nvPr/>
        </p:nvSpPr>
        <p:spPr>
          <a:xfrm>
            <a:off x="1542347" y="624047"/>
            <a:ext cx="2929069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CL" sz="2000" dirty="0"/>
              <a:t>PRACTIQUEMOS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1570D06-A03D-4B8A-B996-AD1FBFF2ED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3777" y="1626505"/>
            <a:ext cx="4303316" cy="95410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s-ES_tradnl" sz="2800" dirty="0"/>
              <a:t>Veamos el siguiente video</a:t>
            </a:r>
            <a:endParaRPr lang="es-ES" sz="2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59CE00F-058B-239C-D135-D3CB9D15471B}"/>
              </a:ext>
            </a:extLst>
          </p:cNvPr>
          <p:cNvSpPr txBox="1"/>
          <p:nvPr/>
        </p:nvSpPr>
        <p:spPr>
          <a:xfrm>
            <a:off x="5065924" y="1626504"/>
            <a:ext cx="6433349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CL" sz="2800" dirty="0">
                <a:hlinkClick r:id="rId2"/>
              </a:rPr>
              <a:t>https://www.youtube.com/watch?v=ZjMouFOESEU</a:t>
            </a:r>
            <a:endParaRPr lang="es-CL" sz="2800" dirty="0"/>
          </a:p>
        </p:txBody>
      </p:sp>
      <p:sp>
        <p:nvSpPr>
          <p:cNvPr id="9" name="3 Rectángulo">
            <a:extLst>
              <a:ext uri="{FF2B5EF4-FFF2-40B4-BE49-F238E27FC236}">
                <a16:creationId xmlns:a16="http://schemas.microsoft.com/office/drawing/2014/main" id="{D25E69BA-ADB5-2A6B-11FB-C35CBFAFF751}"/>
              </a:ext>
            </a:extLst>
          </p:cNvPr>
          <p:cNvSpPr/>
          <p:nvPr/>
        </p:nvSpPr>
        <p:spPr>
          <a:xfrm>
            <a:off x="329806" y="2966535"/>
            <a:ext cx="11520818" cy="22467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s-ES" sz="2800" dirty="0"/>
              <a:t>Elabore en su cuaderno una breve reflexión entorno al tema de </a:t>
            </a:r>
            <a:r>
              <a:rPr lang="es-ES" sz="2800" b="1" dirty="0"/>
              <a:t>cómo hablamos los chilenos. </a:t>
            </a:r>
          </a:p>
          <a:p>
            <a:pPr eaLnBrk="1" hangingPunct="1">
              <a:defRPr/>
            </a:pPr>
            <a:endParaRPr lang="es-ES" sz="2800" dirty="0"/>
          </a:p>
          <a:p>
            <a:pPr eaLnBrk="1" hangingPunct="1">
              <a:defRPr/>
            </a:pPr>
            <a:r>
              <a:rPr lang="es-ES" sz="2800" i="1" dirty="0"/>
              <a:t>¿Está de acuerdo con que hablamos mal, entre otras características mencionadas…?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1E2BBAB-DB6D-BD03-9D50-CF7AD91F7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569" y="558554"/>
            <a:ext cx="615266" cy="61526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1A23A3C-9928-6280-E526-B210996F60BA}"/>
              </a:ext>
            </a:extLst>
          </p:cNvPr>
          <p:cNvSpPr txBox="1"/>
          <p:nvPr/>
        </p:nvSpPr>
        <p:spPr>
          <a:xfrm>
            <a:off x="816747" y="574087"/>
            <a:ext cx="2264781" cy="584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MX" sz="2800" b="1" kern="0" dirty="0">
                <a:solidFill>
                  <a:schemeClr val="tx1"/>
                </a:solidFill>
                <a:cs typeface="Calibri" pitchFamily="34" charset="0"/>
              </a:rPr>
              <a:t>Actividad</a:t>
            </a:r>
            <a:r>
              <a:rPr kumimoji="1" lang="es-MX" sz="3200" b="1" kern="0" dirty="0">
                <a:solidFill>
                  <a:schemeClr val="tx1"/>
                </a:solidFill>
                <a:cs typeface="Calibri" pitchFamily="34" charset="0"/>
              </a:rPr>
              <a:t> </a:t>
            </a:r>
            <a:endParaRPr lang="es-CL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5088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484</TotalTime>
  <Words>982</Words>
  <Application>Microsoft Office PowerPoint</Application>
  <PresentationFormat>Panorámica</PresentationFormat>
  <Paragraphs>94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2" baseType="lpstr">
      <vt:lpstr>ＭＳ Ｐゴシック</vt:lpstr>
      <vt:lpstr>Arial</vt:lpstr>
      <vt:lpstr>Calibri</vt:lpstr>
      <vt:lpstr>Century Gothic</vt:lpstr>
      <vt:lpstr>Garamond</vt:lpstr>
      <vt:lpstr>Tahoma</vt:lpstr>
      <vt:lpstr>Times New Roman</vt:lpstr>
      <vt:lpstr>Wingdings</vt:lpstr>
      <vt:lpstr>Savon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 estas diferencias se les llama Variables lingüísticas, y son cinco:</vt:lpstr>
      <vt:lpstr>2. Variable diacrónica</vt:lpstr>
      <vt:lpstr>3. Variable diastrática</vt:lpstr>
      <vt:lpstr>4. Variable diafásica:</vt:lpstr>
      <vt:lpstr>5. Variable diagénita</vt:lpstr>
      <vt:lpstr>Presentación de PowerPoint</vt:lpstr>
      <vt:lpstr>Presentación de PowerPoint</vt:lpstr>
      <vt:lpstr>Veamos el siguiente 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Misael Arcadio Obando Bustos</dc:creator>
  <cp:lastModifiedBy>Elizabeth Alexandra Muñoz Cañulef</cp:lastModifiedBy>
  <cp:revision>41</cp:revision>
  <cp:lastPrinted>2022-03-01T19:46:49Z</cp:lastPrinted>
  <dcterms:created xsi:type="dcterms:W3CDTF">2022-01-26T19:51:21Z</dcterms:created>
  <dcterms:modified xsi:type="dcterms:W3CDTF">2026-04-15T23:00:53Z</dcterms:modified>
</cp:coreProperties>
</file>