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480" r:id="rId1"/>
  </p:sldMasterIdLst>
  <p:notesMasterIdLst>
    <p:notesMasterId r:id="rId14"/>
  </p:notesMasterIdLst>
  <p:sldIdLst>
    <p:sldId id="256" r:id="rId2"/>
    <p:sldId id="279" r:id="rId3"/>
    <p:sldId id="307" r:id="rId4"/>
    <p:sldId id="308" r:id="rId5"/>
    <p:sldId id="289" r:id="rId6"/>
    <p:sldId id="292" r:id="rId7"/>
    <p:sldId id="296" r:id="rId8"/>
    <p:sldId id="297" r:id="rId9"/>
    <p:sldId id="300" r:id="rId10"/>
    <p:sldId id="299" r:id="rId11"/>
    <p:sldId id="309" r:id="rId12"/>
    <p:sldId id="293" r:id="rId13"/>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CCECFF"/>
    <a:srgbClr val="EAEAEA"/>
    <a:srgbClr val="FFCC66"/>
    <a:srgbClr val="FF9933"/>
    <a:srgbClr val="990033"/>
    <a:srgbClr val="FFFF66"/>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80" autoAdjust="0"/>
    <p:restoredTop sz="94660"/>
  </p:normalViewPr>
  <p:slideViewPr>
    <p:cSldViewPr>
      <p:cViewPr varScale="1">
        <p:scale>
          <a:sx n="70" d="100"/>
          <a:sy n="70" d="100"/>
        </p:scale>
        <p:origin x="1176" y="72"/>
      </p:cViewPr>
      <p:guideLst>
        <p:guide orient="horz" pos="2160"/>
        <p:guide pos="2880"/>
      </p:guideLst>
    </p:cSldViewPr>
  </p:slideViewPr>
  <p:notesTextViewPr>
    <p:cViewPr>
      <p:scale>
        <a:sx n="100" d="100"/>
        <a:sy n="100" d="100"/>
      </p:scale>
      <p:origin x="0" y="0"/>
    </p:cViewPr>
  </p:notesTextViewPr>
  <p:notesViewPr>
    <p:cSldViewPr>
      <p:cViewPr varScale="1">
        <p:scale>
          <a:sx n="28" d="100"/>
          <a:sy n="28" d="100"/>
        </p:scale>
        <p:origin x="-1266"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72B86BF-875D-4C03-84AB-C3F553A0CD25}" type="doc">
      <dgm:prSet loTypeId="urn:microsoft.com/office/officeart/2005/8/layout/vList5" loCatId="list" qsTypeId="urn:microsoft.com/office/officeart/2005/8/quickstyle/simple3" qsCatId="simple" csTypeId="urn:microsoft.com/office/officeart/2005/8/colors/colorful1" csCatId="colorful" phldr="1"/>
      <dgm:spPr/>
      <dgm:t>
        <a:bodyPr/>
        <a:lstStyle/>
        <a:p>
          <a:endParaRPr lang="es-CL"/>
        </a:p>
      </dgm:t>
    </dgm:pt>
    <dgm:pt modelId="{5D3AAAA6-4746-4DF6-9CA4-F32B8BF38885}">
      <dgm:prSet phldrT="[Texto]"/>
      <dgm:spPr/>
      <dgm:t>
        <a:bodyPr/>
        <a:lstStyle/>
        <a:p>
          <a:r>
            <a:rPr lang="es-ES" dirty="0"/>
            <a:t>Introducción</a:t>
          </a:r>
          <a:endParaRPr lang="es-CL" dirty="0"/>
        </a:p>
      </dgm:t>
    </dgm:pt>
    <dgm:pt modelId="{85E854BF-1EB4-4049-93F6-C5C78D613B2D}" type="parTrans" cxnId="{3E45B0F8-C960-4961-9D06-1647A5A2103D}">
      <dgm:prSet/>
      <dgm:spPr/>
      <dgm:t>
        <a:bodyPr/>
        <a:lstStyle/>
        <a:p>
          <a:endParaRPr lang="es-CL">
            <a:solidFill>
              <a:schemeClr val="tx1"/>
            </a:solidFill>
          </a:endParaRPr>
        </a:p>
      </dgm:t>
    </dgm:pt>
    <dgm:pt modelId="{2FFD41B9-21FE-4E77-933D-A7B536752DAF}" type="sibTrans" cxnId="{3E45B0F8-C960-4961-9D06-1647A5A2103D}">
      <dgm:prSet/>
      <dgm:spPr/>
      <dgm:t>
        <a:bodyPr/>
        <a:lstStyle/>
        <a:p>
          <a:endParaRPr lang="es-CL">
            <a:solidFill>
              <a:schemeClr val="tx1"/>
            </a:solidFill>
          </a:endParaRPr>
        </a:p>
      </dgm:t>
    </dgm:pt>
    <dgm:pt modelId="{E809B573-F131-4AB1-ACEC-A29BE4ABF6E8}">
      <dgm:prSet phldrT="[Texto]" custT="1"/>
      <dgm:spPr/>
      <dgm:t>
        <a:bodyPr/>
        <a:lstStyle/>
        <a:p>
          <a:pPr algn="just"/>
          <a:r>
            <a:rPr lang="es-ES" sz="2400" dirty="0"/>
            <a:t>Presenta el tema a tratar. Puede expresarse a través de una contextualización, definición, orígenes, entre otros.</a:t>
          </a:r>
          <a:endParaRPr lang="es-CL" sz="2400" dirty="0"/>
        </a:p>
      </dgm:t>
    </dgm:pt>
    <dgm:pt modelId="{A68D93BB-32B7-447B-B5AF-E1EE60E416A5}" type="parTrans" cxnId="{65247D7C-E58B-4459-BAB4-FFE241DB3A33}">
      <dgm:prSet/>
      <dgm:spPr/>
      <dgm:t>
        <a:bodyPr/>
        <a:lstStyle/>
        <a:p>
          <a:endParaRPr lang="es-CL">
            <a:solidFill>
              <a:schemeClr val="tx1"/>
            </a:solidFill>
          </a:endParaRPr>
        </a:p>
      </dgm:t>
    </dgm:pt>
    <dgm:pt modelId="{840BE780-C145-45A7-9E67-494E04790C59}" type="sibTrans" cxnId="{65247D7C-E58B-4459-BAB4-FFE241DB3A33}">
      <dgm:prSet/>
      <dgm:spPr/>
      <dgm:t>
        <a:bodyPr/>
        <a:lstStyle/>
        <a:p>
          <a:endParaRPr lang="es-CL">
            <a:solidFill>
              <a:schemeClr val="tx1"/>
            </a:solidFill>
          </a:endParaRPr>
        </a:p>
      </dgm:t>
    </dgm:pt>
    <dgm:pt modelId="{53868D59-5FD4-455B-B921-528D118FB532}">
      <dgm:prSet phldrT="[Texto]"/>
      <dgm:spPr/>
      <dgm:t>
        <a:bodyPr/>
        <a:lstStyle/>
        <a:p>
          <a:r>
            <a:rPr lang="es-ES"/>
            <a:t>Desarrollo</a:t>
          </a:r>
          <a:endParaRPr lang="es-CL" dirty="0"/>
        </a:p>
      </dgm:t>
    </dgm:pt>
    <dgm:pt modelId="{9C42928F-0799-4EBE-8475-CA94E94E3B1B}" type="parTrans" cxnId="{093F40CC-3B9A-4C26-9C71-5ADF04AB9919}">
      <dgm:prSet/>
      <dgm:spPr/>
      <dgm:t>
        <a:bodyPr/>
        <a:lstStyle/>
        <a:p>
          <a:endParaRPr lang="es-CL">
            <a:solidFill>
              <a:schemeClr val="tx1"/>
            </a:solidFill>
          </a:endParaRPr>
        </a:p>
      </dgm:t>
    </dgm:pt>
    <dgm:pt modelId="{16C44B0B-766F-454E-A910-1DE629882ECA}" type="sibTrans" cxnId="{093F40CC-3B9A-4C26-9C71-5ADF04AB9919}">
      <dgm:prSet/>
      <dgm:spPr/>
      <dgm:t>
        <a:bodyPr/>
        <a:lstStyle/>
        <a:p>
          <a:endParaRPr lang="es-CL">
            <a:solidFill>
              <a:schemeClr val="tx1"/>
            </a:solidFill>
          </a:endParaRPr>
        </a:p>
      </dgm:t>
    </dgm:pt>
    <dgm:pt modelId="{88C7718F-EEC8-4627-94BC-8DE038C49FEF}">
      <dgm:prSet phldrT="[Texto]" custT="1"/>
      <dgm:spPr/>
      <dgm:t>
        <a:bodyPr/>
        <a:lstStyle/>
        <a:p>
          <a:pPr algn="just"/>
          <a:r>
            <a:rPr lang="es-ES" sz="2200" dirty="0"/>
            <a:t>Expone y explica los contenidos planteados en la Introducción. Puede llevarse a cabo a través de una descripción o narración.</a:t>
          </a:r>
          <a:endParaRPr lang="es-CL" sz="2200" dirty="0"/>
        </a:p>
      </dgm:t>
    </dgm:pt>
    <dgm:pt modelId="{32E07678-CC80-4748-9AFE-C00F3A8F61AD}" type="parTrans" cxnId="{5699AC42-7B5D-4F28-9CE1-FCA6119D008A}">
      <dgm:prSet/>
      <dgm:spPr/>
      <dgm:t>
        <a:bodyPr/>
        <a:lstStyle/>
        <a:p>
          <a:endParaRPr lang="es-CL">
            <a:solidFill>
              <a:schemeClr val="tx1"/>
            </a:solidFill>
          </a:endParaRPr>
        </a:p>
      </dgm:t>
    </dgm:pt>
    <dgm:pt modelId="{015872CC-7E8C-4825-8677-3860CB8D636B}" type="sibTrans" cxnId="{5699AC42-7B5D-4F28-9CE1-FCA6119D008A}">
      <dgm:prSet/>
      <dgm:spPr/>
      <dgm:t>
        <a:bodyPr/>
        <a:lstStyle/>
        <a:p>
          <a:endParaRPr lang="es-CL">
            <a:solidFill>
              <a:schemeClr val="tx1"/>
            </a:solidFill>
          </a:endParaRPr>
        </a:p>
      </dgm:t>
    </dgm:pt>
    <dgm:pt modelId="{EDD8EF72-0FBE-46D9-8974-00531E2221EC}">
      <dgm:prSet phldrT="[Texto]"/>
      <dgm:spPr/>
      <dgm:t>
        <a:bodyPr/>
        <a:lstStyle/>
        <a:p>
          <a:r>
            <a:rPr lang="es-ES"/>
            <a:t>Conclusión</a:t>
          </a:r>
          <a:endParaRPr lang="es-CL" dirty="0"/>
        </a:p>
      </dgm:t>
    </dgm:pt>
    <dgm:pt modelId="{6BB15C34-70AA-4A49-9A8A-7EEA9949D341}" type="parTrans" cxnId="{3BCBEF64-341C-4530-B8C4-B67C7395C900}">
      <dgm:prSet/>
      <dgm:spPr/>
      <dgm:t>
        <a:bodyPr/>
        <a:lstStyle/>
        <a:p>
          <a:endParaRPr lang="es-CL">
            <a:solidFill>
              <a:schemeClr val="tx1"/>
            </a:solidFill>
          </a:endParaRPr>
        </a:p>
      </dgm:t>
    </dgm:pt>
    <dgm:pt modelId="{E949B128-5301-49D5-98A5-B6798DB17765}" type="sibTrans" cxnId="{3BCBEF64-341C-4530-B8C4-B67C7395C900}">
      <dgm:prSet/>
      <dgm:spPr/>
      <dgm:t>
        <a:bodyPr/>
        <a:lstStyle/>
        <a:p>
          <a:endParaRPr lang="es-CL">
            <a:solidFill>
              <a:schemeClr val="tx1"/>
            </a:solidFill>
          </a:endParaRPr>
        </a:p>
      </dgm:t>
    </dgm:pt>
    <dgm:pt modelId="{55EC5B4E-36DD-40E1-BB82-C3FEB7A0E38E}">
      <dgm:prSet phldrT="[Texto]" custT="1"/>
      <dgm:spPr/>
      <dgm:t>
        <a:bodyPr/>
        <a:lstStyle/>
        <a:p>
          <a:pPr algn="just"/>
          <a:r>
            <a:rPr lang="es-ES" sz="2200" dirty="0"/>
            <a:t>Cierra el tema desarrollado con anterioridad. Puede manifestarse mediante una síntesis, una reflexión, consecuencias.</a:t>
          </a:r>
          <a:endParaRPr lang="es-CL" sz="2200" dirty="0"/>
        </a:p>
      </dgm:t>
    </dgm:pt>
    <dgm:pt modelId="{8689A882-1EDE-4312-9D68-7F29B64A0AF9}" type="parTrans" cxnId="{D5487CFA-6AB3-49D5-851F-F455DF18793F}">
      <dgm:prSet/>
      <dgm:spPr/>
      <dgm:t>
        <a:bodyPr/>
        <a:lstStyle/>
        <a:p>
          <a:endParaRPr lang="es-CL">
            <a:solidFill>
              <a:schemeClr val="tx1"/>
            </a:solidFill>
          </a:endParaRPr>
        </a:p>
      </dgm:t>
    </dgm:pt>
    <dgm:pt modelId="{4516ACB2-53DF-4E44-9224-D4796ECE79D6}" type="sibTrans" cxnId="{D5487CFA-6AB3-49D5-851F-F455DF18793F}">
      <dgm:prSet/>
      <dgm:spPr/>
      <dgm:t>
        <a:bodyPr/>
        <a:lstStyle/>
        <a:p>
          <a:endParaRPr lang="es-CL">
            <a:solidFill>
              <a:schemeClr val="tx1"/>
            </a:solidFill>
          </a:endParaRPr>
        </a:p>
      </dgm:t>
    </dgm:pt>
    <dgm:pt modelId="{F61CE05C-0136-4142-BAE5-130E4F1ED7B3}" type="pres">
      <dgm:prSet presAssocID="{172B86BF-875D-4C03-84AB-C3F553A0CD25}" presName="Name0" presStyleCnt="0">
        <dgm:presLayoutVars>
          <dgm:dir/>
          <dgm:animLvl val="lvl"/>
          <dgm:resizeHandles val="exact"/>
        </dgm:presLayoutVars>
      </dgm:prSet>
      <dgm:spPr/>
    </dgm:pt>
    <dgm:pt modelId="{0BAE6E9A-16F2-41AD-8B99-7B3A7DF7A134}" type="pres">
      <dgm:prSet presAssocID="{5D3AAAA6-4746-4DF6-9CA4-F32B8BF38885}" presName="linNode" presStyleCnt="0"/>
      <dgm:spPr/>
    </dgm:pt>
    <dgm:pt modelId="{F3110095-397C-464F-A3EB-C5901C1A4F13}" type="pres">
      <dgm:prSet presAssocID="{5D3AAAA6-4746-4DF6-9CA4-F32B8BF38885}" presName="parentText" presStyleLbl="node1" presStyleIdx="0" presStyleCnt="3">
        <dgm:presLayoutVars>
          <dgm:chMax val="1"/>
          <dgm:bulletEnabled val="1"/>
        </dgm:presLayoutVars>
      </dgm:prSet>
      <dgm:spPr/>
    </dgm:pt>
    <dgm:pt modelId="{A9D8DEE0-4C14-488D-AF04-63D219CB9538}" type="pres">
      <dgm:prSet presAssocID="{5D3AAAA6-4746-4DF6-9CA4-F32B8BF38885}" presName="descendantText" presStyleLbl="alignAccFollowNode1" presStyleIdx="0" presStyleCnt="3">
        <dgm:presLayoutVars>
          <dgm:bulletEnabled val="1"/>
        </dgm:presLayoutVars>
      </dgm:prSet>
      <dgm:spPr/>
    </dgm:pt>
    <dgm:pt modelId="{189BB941-7515-4509-BA7E-303DEAFF559B}" type="pres">
      <dgm:prSet presAssocID="{2FFD41B9-21FE-4E77-933D-A7B536752DAF}" presName="sp" presStyleCnt="0"/>
      <dgm:spPr/>
    </dgm:pt>
    <dgm:pt modelId="{48A4941E-68D0-4FF5-99C7-6C5EDC8F32A3}" type="pres">
      <dgm:prSet presAssocID="{53868D59-5FD4-455B-B921-528D118FB532}" presName="linNode" presStyleCnt="0"/>
      <dgm:spPr/>
    </dgm:pt>
    <dgm:pt modelId="{B27AB5CD-73CE-4CD8-BF1D-208893AE7F95}" type="pres">
      <dgm:prSet presAssocID="{53868D59-5FD4-455B-B921-528D118FB532}" presName="parentText" presStyleLbl="node1" presStyleIdx="1" presStyleCnt="3">
        <dgm:presLayoutVars>
          <dgm:chMax val="1"/>
          <dgm:bulletEnabled val="1"/>
        </dgm:presLayoutVars>
      </dgm:prSet>
      <dgm:spPr/>
    </dgm:pt>
    <dgm:pt modelId="{6DC7BBDE-9275-4793-976C-63943FA76282}" type="pres">
      <dgm:prSet presAssocID="{53868D59-5FD4-455B-B921-528D118FB532}" presName="descendantText" presStyleLbl="alignAccFollowNode1" presStyleIdx="1" presStyleCnt="3">
        <dgm:presLayoutVars>
          <dgm:bulletEnabled val="1"/>
        </dgm:presLayoutVars>
      </dgm:prSet>
      <dgm:spPr/>
    </dgm:pt>
    <dgm:pt modelId="{3D1AF24D-9BF4-4D4B-A5CE-C70C156A16C0}" type="pres">
      <dgm:prSet presAssocID="{16C44B0B-766F-454E-A910-1DE629882ECA}" presName="sp" presStyleCnt="0"/>
      <dgm:spPr/>
    </dgm:pt>
    <dgm:pt modelId="{150A28B0-7D73-4038-8A3A-ECADC93FEEEE}" type="pres">
      <dgm:prSet presAssocID="{EDD8EF72-0FBE-46D9-8974-00531E2221EC}" presName="linNode" presStyleCnt="0"/>
      <dgm:spPr/>
    </dgm:pt>
    <dgm:pt modelId="{9A17398C-2D16-415F-AA7E-147089D38C60}" type="pres">
      <dgm:prSet presAssocID="{EDD8EF72-0FBE-46D9-8974-00531E2221EC}" presName="parentText" presStyleLbl="node1" presStyleIdx="2" presStyleCnt="3">
        <dgm:presLayoutVars>
          <dgm:chMax val="1"/>
          <dgm:bulletEnabled val="1"/>
        </dgm:presLayoutVars>
      </dgm:prSet>
      <dgm:spPr/>
    </dgm:pt>
    <dgm:pt modelId="{0E41B499-4351-4DC5-A004-6296F970B2D5}" type="pres">
      <dgm:prSet presAssocID="{EDD8EF72-0FBE-46D9-8974-00531E2221EC}" presName="descendantText" presStyleLbl="alignAccFollowNode1" presStyleIdx="2" presStyleCnt="3">
        <dgm:presLayoutVars>
          <dgm:bulletEnabled val="1"/>
        </dgm:presLayoutVars>
      </dgm:prSet>
      <dgm:spPr/>
    </dgm:pt>
  </dgm:ptLst>
  <dgm:cxnLst>
    <dgm:cxn modelId="{36FEB109-EF87-40EC-9B5E-3C68564C6619}" type="presOf" srcId="{172B86BF-875D-4C03-84AB-C3F553A0CD25}" destId="{F61CE05C-0136-4142-BAE5-130E4F1ED7B3}" srcOrd="0" destOrd="0" presId="urn:microsoft.com/office/officeart/2005/8/layout/vList5"/>
    <dgm:cxn modelId="{3A677F1F-938E-423C-BF05-24F8B011AA43}" type="presOf" srcId="{5D3AAAA6-4746-4DF6-9CA4-F32B8BF38885}" destId="{F3110095-397C-464F-A3EB-C5901C1A4F13}" srcOrd="0" destOrd="0" presId="urn:microsoft.com/office/officeart/2005/8/layout/vList5"/>
    <dgm:cxn modelId="{5699AC42-7B5D-4F28-9CE1-FCA6119D008A}" srcId="{53868D59-5FD4-455B-B921-528D118FB532}" destId="{88C7718F-EEC8-4627-94BC-8DE038C49FEF}" srcOrd="0" destOrd="0" parTransId="{32E07678-CC80-4748-9AFE-C00F3A8F61AD}" sibTransId="{015872CC-7E8C-4825-8677-3860CB8D636B}"/>
    <dgm:cxn modelId="{3BCBEF64-341C-4530-B8C4-B67C7395C900}" srcId="{172B86BF-875D-4C03-84AB-C3F553A0CD25}" destId="{EDD8EF72-0FBE-46D9-8974-00531E2221EC}" srcOrd="2" destOrd="0" parTransId="{6BB15C34-70AA-4A49-9A8A-7EEA9949D341}" sibTransId="{E949B128-5301-49D5-98A5-B6798DB17765}"/>
    <dgm:cxn modelId="{43FE0D7B-6BA3-41C3-A0A1-F08EBA3C6975}" type="presOf" srcId="{88C7718F-EEC8-4627-94BC-8DE038C49FEF}" destId="{6DC7BBDE-9275-4793-976C-63943FA76282}" srcOrd="0" destOrd="0" presId="urn:microsoft.com/office/officeart/2005/8/layout/vList5"/>
    <dgm:cxn modelId="{65247D7C-E58B-4459-BAB4-FFE241DB3A33}" srcId="{5D3AAAA6-4746-4DF6-9CA4-F32B8BF38885}" destId="{E809B573-F131-4AB1-ACEC-A29BE4ABF6E8}" srcOrd="0" destOrd="0" parTransId="{A68D93BB-32B7-447B-B5AF-E1EE60E416A5}" sibTransId="{840BE780-C145-45A7-9E67-494E04790C59}"/>
    <dgm:cxn modelId="{093F40CC-3B9A-4C26-9C71-5ADF04AB9919}" srcId="{172B86BF-875D-4C03-84AB-C3F553A0CD25}" destId="{53868D59-5FD4-455B-B921-528D118FB532}" srcOrd="1" destOrd="0" parTransId="{9C42928F-0799-4EBE-8475-CA94E94E3B1B}" sibTransId="{16C44B0B-766F-454E-A910-1DE629882ECA}"/>
    <dgm:cxn modelId="{844E77CC-898D-4337-9458-625FAC4818A3}" type="presOf" srcId="{55EC5B4E-36DD-40E1-BB82-C3FEB7A0E38E}" destId="{0E41B499-4351-4DC5-A004-6296F970B2D5}" srcOrd="0" destOrd="0" presId="urn:microsoft.com/office/officeart/2005/8/layout/vList5"/>
    <dgm:cxn modelId="{D65F61D5-2783-445E-8380-623DCF714E34}" type="presOf" srcId="{E809B573-F131-4AB1-ACEC-A29BE4ABF6E8}" destId="{A9D8DEE0-4C14-488D-AF04-63D219CB9538}" srcOrd="0" destOrd="0" presId="urn:microsoft.com/office/officeart/2005/8/layout/vList5"/>
    <dgm:cxn modelId="{FB9524F3-6066-4561-A5A7-7BC9848178FB}" type="presOf" srcId="{EDD8EF72-0FBE-46D9-8974-00531E2221EC}" destId="{9A17398C-2D16-415F-AA7E-147089D38C60}" srcOrd="0" destOrd="0" presId="urn:microsoft.com/office/officeart/2005/8/layout/vList5"/>
    <dgm:cxn modelId="{3E45B0F8-C960-4961-9D06-1647A5A2103D}" srcId="{172B86BF-875D-4C03-84AB-C3F553A0CD25}" destId="{5D3AAAA6-4746-4DF6-9CA4-F32B8BF38885}" srcOrd="0" destOrd="0" parTransId="{85E854BF-1EB4-4049-93F6-C5C78D613B2D}" sibTransId="{2FFD41B9-21FE-4E77-933D-A7B536752DAF}"/>
    <dgm:cxn modelId="{D5487CFA-6AB3-49D5-851F-F455DF18793F}" srcId="{EDD8EF72-0FBE-46D9-8974-00531E2221EC}" destId="{55EC5B4E-36DD-40E1-BB82-C3FEB7A0E38E}" srcOrd="0" destOrd="0" parTransId="{8689A882-1EDE-4312-9D68-7F29B64A0AF9}" sibTransId="{4516ACB2-53DF-4E44-9224-D4796ECE79D6}"/>
    <dgm:cxn modelId="{15F137FF-BAE3-446A-82D1-BA9B6781318E}" type="presOf" srcId="{53868D59-5FD4-455B-B921-528D118FB532}" destId="{B27AB5CD-73CE-4CD8-BF1D-208893AE7F95}" srcOrd="0" destOrd="0" presId="urn:microsoft.com/office/officeart/2005/8/layout/vList5"/>
    <dgm:cxn modelId="{107511C0-DABD-4700-AE50-05118EF733FB}" type="presParOf" srcId="{F61CE05C-0136-4142-BAE5-130E4F1ED7B3}" destId="{0BAE6E9A-16F2-41AD-8B99-7B3A7DF7A134}" srcOrd="0" destOrd="0" presId="urn:microsoft.com/office/officeart/2005/8/layout/vList5"/>
    <dgm:cxn modelId="{22D6D3C8-6124-4EE2-B9DA-B93F9F33E9A3}" type="presParOf" srcId="{0BAE6E9A-16F2-41AD-8B99-7B3A7DF7A134}" destId="{F3110095-397C-464F-A3EB-C5901C1A4F13}" srcOrd="0" destOrd="0" presId="urn:microsoft.com/office/officeart/2005/8/layout/vList5"/>
    <dgm:cxn modelId="{7F630021-141A-4504-B2F8-F27A58B3E088}" type="presParOf" srcId="{0BAE6E9A-16F2-41AD-8B99-7B3A7DF7A134}" destId="{A9D8DEE0-4C14-488D-AF04-63D219CB9538}" srcOrd="1" destOrd="0" presId="urn:microsoft.com/office/officeart/2005/8/layout/vList5"/>
    <dgm:cxn modelId="{1198D29F-87E1-490C-987A-62FC57FA4214}" type="presParOf" srcId="{F61CE05C-0136-4142-BAE5-130E4F1ED7B3}" destId="{189BB941-7515-4509-BA7E-303DEAFF559B}" srcOrd="1" destOrd="0" presId="urn:microsoft.com/office/officeart/2005/8/layout/vList5"/>
    <dgm:cxn modelId="{53051AA0-3440-4312-9792-50981B55116F}" type="presParOf" srcId="{F61CE05C-0136-4142-BAE5-130E4F1ED7B3}" destId="{48A4941E-68D0-4FF5-99C7-6C5EDC8F32A3}" srcOrd="2" destOrd="0" presId="urn:microsoft.com/office/officeart/2005/8/layout/vList5"/>
    <dgm:cxn modelId="{7E6D5175-2335-4650-951F-2319AF136116}" type="presParOf" srcId="{48A4941E-68D0-4FF5-99C7-6C5EDC8F32A3}" destId="{B27AB5CD-73CE-4CD8-BF1D-208893AE7F95}" srcOrd="0" destOrd="0" presId="urn:microsoft.com/office/officeart/2005/8/layout/vList5"/>
    <dgm:cxn modelId="{AFEA0ECF-CF70-4149-9838-938222A5B306}" type="presParOf" srcId="{48A4941E-68D0-4FF5-99C7-6C5EDC8F32A3}" destId="{6DC7BBDE-9275-4793-976C-63943FA76282}" srcOrd="1" destOrd="0" presId="urn:microsoft.com/office/officeart/2005/8/layout/vList5"/>
    <dgm:cxn modelId="{864B6D95-204C-4C0B-AD7B-EC267C641CAF}" type="presParOf" srcId="{F61CE05C-0136-4142-BAE5-130E4F1ED7B3}" destId="{3D1AF24D-9BF4-4D4B-A5CE-C70C156A16C0}" srcOrd="3" destOrd="0" presId="urn:microsoft.com/office/officeart/2005/8/layout/vList5"/>
    <dgm:cxn modelId="{1C97989A-462C-4F19-A57C-EF14538F9BBF}" type="presParOf" srcId="{F61CE05C-0136-4142-BAE5-130E4F1ED7B3}" destId="{150A28B0-7D73-4038-8A3A-ECADC93FEEEE}" srcOrd="4" destOrd="0" presId="urn:microsoft.com/office/officeart/2005/8/layout/vList5"/>
    <dgm:cxn modelId="{D1151B07-535E-4EC8-918B-44AA5AB44ACE}" type="presParOf" srcId="{150A28B0-7D73-4038-8A3A-ECADC93FEEEE}" destId="{9A17398C-2D16-415F-AA7E-147089D38C60}" srcOrd="0" destOrd="0" presId="urn:microsoft.com/office/officeart/2005/8/layout/vList5"/>
    <dgm:cxn modelId="{F127B719-337F-49A6-BB0B-07E230253172}" type="presParOf" srcId="{150A28B0-7D73-4038-8A3A-ECADC93FEEEE}" destId="{0E41B499-4351-4DC5-A004-6296F970B2D5}"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8DEE0-4C14-488D-AF04-63D219CB9538}">
      <dsp:nvSpPr>
        <dsp:cNvPr id="0" name=""/>
        <dsp:cNvSpPr/>
      </dsp:nvSpPr>
      <dsp:spPr>
        <a:xfrm rot="5400000">
          <a:off x="5290258" y="-1973372"/>
          <a:ext cx="1318083" cy="5599342"/>
        </a:xfrm>
        <a:prstGeom prst="round2Same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just" defTabSz="1066800">
            <a:lnSpc>
              <a:spcPct val="90000"/>
            </a:lnSpc>
            <a:spcBef>
              <a:spcPct val="0"/>
            </a:spcBef>
            <a:spcAft>
              <a:spcPct val="15000"/>
            </a:spcAft>
            <a:buChar char="•"/>
          </a:pPr>
          <a:r>
            <a:rPr lang="es-ES" sz="2400" kern="1200" dirty="0"/>
            <a:t>Presenta el tema a tratar. Puede expresarse a través de una contextualización, definición, orígenes, entre otros.</a:t>
          </a:r>
          <a:endParaRPr lang="es-CL" sz="2400" kern="1200" dirty="0"/>
        </a:p>
      </dsp:txBody>
      <dsp:txXfrm rot="-5400000">
        <a:off x="3149629" y="231601"/>
        <a:ext cx="5534998" cy="1189395"/>
      </dsp:txXfrm>
    </dsp:sp>
    <dsp:sp modelId="{F3110095-397C-464F-A3EB-C5901C1A4F13}">
      <dsp:nvSpPr>
        <dsp:cNvPr id="0" name=""/>
        <dsp:cNvSpPr/>
      </dsp:nvSpPr>
      <dsp:spPr>
        <a:xfrm>
          <a:off x="0" y="2496"/>
          <a:ext cx="3149629" cy="1647604"/>
        </a:xfrm>
        <a:prstGeom prst="roundRect">
          <a:avLst/>
        </a:prstGeom>
        <a:gradFill rotWithShape="0">
          <a:gsLst>
            <a:gs pos="0">
              <a:schemeClr val="accent2">
                <a:hueOff val="0"/>
                <a:satOff val="0"/>
                <a:lumOff val="0"/>
                <a:alphaOff val="0"/>
                <a:tint val="60000"/>
                <a:satMod val="105000"/>
                <a:lumMod val="105000"/>
              </a:schemeClr>
            </a:gs>
            <a:gs pos="100000">
              <a:schemeClr val="accent2">
                <a:hueOff val="0"/>
                <a:satOff val="0"/>
                <a:lumOff val="0"/>
                <a:alphaOff val="0"/>
                <a:tint val="65000"/>
                <a:satMod val="100000"/>
                <a:lumMod val="100000"/>
              </a:schemeClr>
            </a:gs>
            <a:gs pos="100000">
              <a:schemeClr val="accent2">
                <a:hueOff val="0"/>
                <a:satOff val="0"/>
                <a:lumOff val="0"/>
                <a:alphaOff val="0"/>
                <a:tint val="70000"/>
                <a:satMod val="100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s-ES" sz="3200" kern="1200" dirty="0"/>
            <a:t>Introducción</a:t>
          </a:r>
          <a:endParaRPr lang="es-CL" sz="3200" kern="1200" dirty="0"/>
        </a:p>
      </dsp:txBody>
      <dsp:txXfrm>
        <a:off x="80429" y="82925"/>
        <a:ext cx="2988771" cy="1486746"/>
      </dsp:txXfrm>
    </dsp:sp>
    <dsp:sp modelId="{6DC7BBDE-9275-4793-976C-63943FA76282}">
      <dsp:nvSpPr>
        <dsp:cNvPr id="0" name=""/>
        <dsp:cNvSpPr/>
      </dsp:nvSpPr>
      <dsp:spPr>
        <a:xfrm rot="5400000">
          <a:off x="5290258" y="-243387"/>
          <a:ext cx="1318083" cy="5599342"/>
        </a:xfrm>
        <a:prstGeom prst="round2Same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just" defTabSz="977900">
            <a:lnSpc>
              <a:spcPct val="90000"/>
            </a:lnSpc>
            <a:spcBef>
              <a:spcPct val="0"/>
            </a:spcBef>
            <a:spcAft>
              <a:spcPct val="15000"/>
            </a:spcAft>
            <a:buChar char="•"/>
          </a:pPr>
          <a:r>
            <a:rPr lang="es-ES" sz="2200" kern="1200" dirty="0"/>
            <a:t>Expone y explica los contenidos planteados en la Introducción. Puede llevarse a cabo a través de una descripción o narración.</a:t>
          </a:r>
          <a:endParaRPr lang="es-CL" sz="2200" kern="1200" dirty="0"/>
        </a:p>
      </dsp:txBody>
      <dsp:txXfrm rot="-5400000">
        <a:off x="3149629" y="1961586"/>
        <a:ext cx="5534998" cy="1189395"/>
      </dsp:txXfrm>
    </dsp:sp>
    <dsp:sp modelId="{B27AB5CD-73CE-4CD8-BF1D-208893AE7F95}">
      <dsp:nvSpPr>
        <dsp:cNvPr id="0" name=""/>
        <dsp:cNvSpPr/>
      </dsp:nvSpPr>
      <dsp:spPr>
        <a:xfrm>
          <a:off x="0" y="1732481"/>
          <a:ext cx="3149629" cy="1647604"/>
        </a:xfrm>
        <a:prstGeom prst="roundRect">
          <a:avLst/>
        </a:prstGeom>
        <a:gradFill rotWithShape="0">
          <a:gsLst>
            <a:gs pos="0">
              <a:schemeClr val="accent3">
                <a:hueOff val="0"/>
                <a:satOff val="0"/>
                <a:lumOff val="0"/>
                <a:alphaOff val="0"/>
                <a:tint val="60000"/>
                <a:satMod val="105000"/>
                <a:lumMod val="105000"/>
              </a:schemeClr>
            </a:gs>
            <a:gs pos="100000">
              <a:schemeClr val="accent3">
                <a:hueOff val="0"/>
                <a:satOff val="0"/>
                <a:lumOff val="0"/>
                <a:alphaOff val="0"/>
                <a:tint val="65000"/>
                <a:satMod val="100000"/>
                <a:lumMod val="100000"/>
              </a:schemeClr>
            </a:gs>
            <a:gs pos="100000">
              <a:schemeClr val="accent3">
                <a:hueOff val="0"/>
                <a:satOff val="0"/>
                <a:lumOff val="0"/>
                <a:alphaOff val="0"/>
                <a:tint val="70000"/>
                <a:satMod val="100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s-ES" sz="3200" kern="1200"/>
            <a:t>Desarrollo</a:t>
          </a:r>
          <a:endParaRPr lang="es-CL" sz="3200" kern="1200" dirty="0"/>
        </a:p>
      </dsp:txBody>
      <dsp:txXfrm>
        <a:off x="80429" y="1812910"/>
        <a:ext cx="2988771" cy="1486746"/>
      </dsp:txXfrm>
    </dsp:sp>
    <dsp:sp modelId="{0E41B499-4351-4DC5-A004-6296F970B2D5}">
      <dsp:nvSpPr>
        <dsp:cNvPr id="0" name=""/>
        <dsp:cNvSpPr/>
      </dsp:nvSpPr>
      <dsp:spPr>
        <a:xfrm rot="5400000">
          <a:off x="5290258" y="1486598"/>
          <a:ext cx="1318083" cy="5599342"/>
        </a:xfrm>
        <a:prstGeom prst="round2Same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just" defTabSz="977900">
            <a:lnSpc>
              <a:spcPct val="90000"/>
            </a:lnSpc>
            <a:spcBef>
              <a:spcPct val="0"/>
            </a:spcBef>
            <a:spcAft>
              <a:spcPct val="15000"/>
            </a:spcAft>
            <a:buChar char="•"/>
          </a:pPr>
          <a:r>
            <a:rPr lang="es-ES" sz="2200" kern="1200" dirty="0"/>
            <a:t>Cierra el tema desarrollado con anterioridad. Puede manifestarse mediante una síntesis, una reflexión, consecuencias.</a:t>
          </a:r>
          <a:endParaRPr lang="es-CL" sz="2200" kern="1200" dirty="0"/>
        </a:p>
      </dsp:txBody>
      <dsp:txXfrm rot="-5400000">
        <a:off x="3149629" y="3691571"/>
        <a:ext cx="5534998" cy="1189395"/>
      </dsp:txXfrm>
    </dsp:sp>
    <dsp:sp modelId="{9A17398C-2D16-415F-AA7E-147089D38C60}">
      <dsp:nvSpPr>
        <dsp:cNvPr id="0" name=""/>
        <dsp:cNvSpPr/>
      </dsp:nvSpPr>
      <dsp:spPr>
        <a:xfrm>
          <a:off x="0" y="3462466"/>
          <a:ext cx="3149629" cy="1647604"/>
        </a:xfrm>
        <a:prstGeom prst="roundRect">
          <a:avLst/>
        </a:prstGeom>
        <a:gradFill rotWithShape="0">
          <a:gsLst>
            <a:gs pos="0">
              <a:schemeClr val="accent4">
                <a:hueOff val="0"/>
                <a:satOff val="0"/>
                <a:lumOff val="0"/>
                <a:alphaOff val="0"/>
                <a:tint val="60000"/>
                <a:satMod val="105000"/>
                <a:lumMod val="105000"/>
              </a:schemeClr>
            </a:gs>
            <a:gs pos="100000">
              <a:schemeClr val="accent4">
                <a:hueOff val="0"/>
                <a:satOff val="0"/>
                <a:lumOff val="0"/>
                <a:alphaOff val="0"/>
                <a:tint val="65000"/>
                <a:satMod val="100000"/>
                <a:lumMod val="100000"/>
              </a:schemeClr>
            </a:gs>
            <a:gs pos="100000">
              <a:schemeClr val="accent4">
                <a:hueOff val="0"/>
                <a:satOff val="0"/>
                <a:lumOff val="0"/>
                <a:alphaOff val="0"/>
                <a:tint val="70000"/>
                <a:satMod val="100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s-ES" sz="3200" kern="1200"/>
            <a:t>Conclusión</a:t>
          </a:r>
          <a:endParaRPr lang="es-CL" sz="3200" kern="1200" dirty="0"/>
        </a:p>
      </dsp:txBody>
      <dsp:txXfrm>
        <a:off x="80429" y="3542895"/>
        <a:ext cx="2988771" cy="1486746"/>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encabezado">
            <a:extLst>
              <a:ext uri="{FF2B5EF4-FFF2-40B4-BE49-F238E27FC236}">
                <a16:creationId xmlns:a16="http://schemas.microsoft.com/office/drawing/2014/main" id="{23D38822-E6B9-08B4-2B1C-DFE11812DD93}"/>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s-CL"/>
          </a:p>
        </p:txBody>
      </p:sp>
      <p:sp>
        <p:nvSpPr>
          <p:cNvPr id="3" name="2 Marcador de fecha">
            <a:extLst>
              <a:ext uri="{FF2B5EF4-FFF2-40B4-BE49-F238E27FC236}">
                <a16:creationId xmlns:a16="http://schemas.microsoft.com/office/drawing/2014/main" id="{76C9BC2A-636A-BF0F-0DEE-B06CB91A0A15}"/>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71D94B80-5C88-4AF3-A21D-5C0EB058C3A9}" type="datetimeFigureOut">
              <a:rPr lang="es-CL"/>
              <a:pPr>
                <a:defRPr/>
              </a:pPr>
              <a:t>25-03-2026</a:t>
            </a:fld>
            <a:endParaRPr lang="es-CL"/>
          </a:p>
        </p:txBody>
      </p:sp>
      <p:sp>
        <p:nvSpPr>
          <p:cNvPr id="4" name="3 Marcador de imagen de diapositiva">
            <a:extLst>
              <a:ext uri="{FF2B5EF4-FFF2-40B4-BE49-F238E27FC236}">
                <a16:creationId xmlns:a16="http://schemas.microsoft.com/office/drawing/2014/main" id="{B221035B-3F7A-21C4-F601-98641C5FF9CC}"/>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CL" noProof="0"/>
          </a:p>
        </p:txBody>
      </p:sp>
      <p:sp>
        <p:nvSpPr>
          <p:cNvPr id="5" name="4 Marcador de notas">
            <a:extLst>
              <a:ext uri="{FF2B5EF4-FFF2-40B4-BE49-F238E27FC236}">
                <a16:creationId xmlns:a16="http://schemas.microsoft.com/office/drawing/2014/main" id="{72D6243A-A93A-372D-BF1C-E5794985F84A}"/>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CL" noProof="0"/>
          </a:p>
        </p:txBody>
      </p:sp>
      <p:sp>
        <p:nvSpPr>
          <p:cNvPr id="6" name="5 Marcador de pie de página">
            <a:extLst>
              <a:ext uri="{FF2B5EF4-FFF2-40B4-BE49-F238E27FC236}">
                <a16:creationId xmlns:a16="http://schemas.microsoft.com/office/drawing/2014/main" id="{9C0A84F0-7533-4E62-924F-99E0F0DF9A2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s-CL"/>
          </a:p>
        </p:txBody>
      </p:sp>
      <p:sp>
        <p:nvSpPr>
          <p:cNvPr id="7" name="6 Marcador de número de diapositiva">
            <a:extLst>
              <a:ext uri="{FF2B5EF4-FFF2-40B4-BE49-F238E27FC236}">
                <a16:creationId xmlns:a16="http://schemas.microsoft.com/office/drawing/2014/main" id="{68A0C149-CFA6-09C7-55FA-E3A70513BF0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fld id="{1DD67A61-B49F-4A2D-82C7-14BDAE0C575E}" type="slidenum">
              <a:rPr lang="es-CL" altLang="es-CL"/>
              <a:pPr>
                <a:defRPr/>
              </a:pPr>
              <a:t>‹Nº›</a:t>
            </a:fld>
            <a:endParaRPr lang="es-CL" altLang="es-CL"/>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1 Marcador de imagen de diapositiva">
            <a:extLst>
              <a:ext uri="{FF2B5EF4-FFF2-40B4-BE49-F238E27FC236}">
                <a16:creationId xmlns:a16="http://schemas.microsoft.com/office/drawing/2014/main" id="{5529E0BD-E2F0-E4AB-FF19-A706B7AD3D8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2 Marcador de notas">
            <a:extLst>
              <a:ext uri="{FF2B5EF4-FFF2-40B4-BE49-F238E27FC236}">
                <a16:creationId xmlns:a16="http://schemas.microsoft.com/office/drawing/2014/main" id="{C6E0C294-7880-82D0-8466-D1FCB07535D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s-ES" altLang="es-CL"/>
              <a:t>https://pixabay.com/es/conocimiento-libro-la-colecci%C3%B3n-de-1052010/</a:t>
            </a:r>
          </a:p>
          <a:p>
            <a:r>
              <a:rPr lang="es-ES" altLang="es-CL"/>
              <a:t>https://pixabay.com/es/adulto-alfabeto-antigua-antiguos-2242164/</a:t>
            </a:r>
          </a:p>
          <a:p>
            <a:r>
              <a:rPr lang="es-ES" altLang="es-CL"/>
              <a:t>https://pixabay.com/es/libro-chica-lectura-educaci%C3%B3n-1524956/</a:t>
            </a:r>
          </a:p>
        </p:txBody>
      </p:sp>
      <p:sp>
        <p:nvSpPr>
          <p:cNvPr id="12292" name="3 Marcador de número de diapositiva">
            <a:extLst>
              <a:ext uri="{FF2B5EF4-FFF2-40B4-BE49-F238E27FC236}">
                <a16:creationId xmlns:a16="http://schemas.microsoft.com/office/drawing/2014/main" id="{7FF03F59-7D5A-9294-A33C-35E6A9E2427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fontAlgn="base">
              <a:spcBef>
                <a:spcPct val="0"/>
              </a:spcBef>
              <a:spcAft>
                <a:spcPct val="0"/>
              </a:spcAft>
            </a:pPr>
            <a:fld id="{B993EDDF-72F6-4ACE-B92D-B29CDBA722B4}" type="slidenum">
              <a:rPr lang="es-ES" altLang="es-CL" smtClean="0">
                <a:latin typeface="Times New Roman" panose="02020603050405020304" pitchFamily="18" charset="0"/>
              </a:rPr>
              <a:pPr fontAlgn="base">
                <a:spcBef>
                  <a:spcPct val="0"/>
                </a:spcBef>
                <a:spcAft>
                  <a:spcPct val="0"/>
                </a:spcAft>
              </a:pPr>
              <a:t>5</a:t>
            </a:fld>
            <a:endParaRPr lang="es-ES" altLang="es-CL">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gradFill rotWithShape="1">
          <a:gsLst>
            <a:gs pos="0">
              <a:srgbClr val="E2DBCA"/>
            </a:gs>
            <a:gs pos="77000">
              <a:srgbClr val="CAC3B1"/>
            </a:gs>
            <a:gs pos="100000">
              <a:srgbClr val="C1BBAB"/>
            </a:gs>
          </a:gsLst>
          <a:lin ang="5400000"/>
        </a:gradFill>
        <a:effectLst/>
      </p:bgPr>
    </p:bg>
    <p:spTree>
      <p:nvGrpSpPr>
        <p:cNvPr id="1" name=""/>
        <p:cNvGrpSpPr/>
        <p:nvPr/>
      </p:nvGrpSpPr>
      <p:grpSpPr>
        <a:xfrm>
          <a:off x="0" y="0"/>
          <a:ext cx="0" cy="0"/>
          <a:chOff x="0" y="0"/>
          <a:chExt cx="0" cy="0"/>
        </a:xfrm>
      </p:grpSpPr>
      <p:sp>
        <p:nvSpPr>
          <p:cNvPr id="4" name="Rectangle 15">
            <a:extLst>
              <a:ext uri="{FF2B5EF4-FFF2-40B4-BE49-F238E27FC236}">
                <a16:creationId xmlns:a16="http://schemas.microsoft.com/office/drawing/2014/main" id="{731437B9-B032-6D49-8755-E08371956186}"/>
              </a:ext>
            </a:extLst>
          </p:cNvPr>
          <p:cNvSpPr/>
          <p:nvPr/>
        </p:nvSpPr>
        <p:spPr>
          <a:xfrm>
            <a:off x="0" y="0"/>
            <a:ext cx="9144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a:p>
        </p:txBody>
      </p:sp>
      <p:sp>
        <p:nvSpPr>
          <p:cNvPr id="5" name="Rectangle 9">
            <a:extLst>
              <a:ext uri="{FF2B5EF4-FFF2-40B4-BE49-F238E27FC236}">
                <a16:creationId xmlns:a16="http://schemas.microsoft.com/office/drawing/2014/main" id="{DF578D94-5190-1EB3-DD5E-666352384A6D}"/>
              </a:ext>
            </a:extLst>
          </p:cNvPr>
          <p:cNvSpPr/>
          <p:nvPr/>
        </p:nvSpPr>
        <p:spPr>
          <a:xfrm>
            <a:off x="980902" y="1275025"/>
            <a:ext cx="7182197"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a:lstStyle/>
          <a:p>
            <a:endParaRPr lang="es-CL"/>
          </a:p>
        </p:txBody>
      </p:sp>
      <p:sp>
        <p:nvSpPr>
          <p:cNvPr id="6" name="Rectangle 10">
            <a:extLst>
              <a:ext uri="{FF2B5EF4-FFF2-40B4-BE49-F238E27FC236}">
                <a16:creationId xmlns:a16="http://schemas.microsoft.com/office/drawing/2014/main" id="{A54A9537-DAC4-5C2B-9C70-9AF7C1386FAD}"/>
              </a:ext>
            </a:extLst>
          </p:cNvPr>
          <p:cNvSpPr/>
          <p:nvPr/>
        </p:nvSpPr>
        <p:spPr>
          <a:xfrm>
            <a:off x="1087438" y="1385888"/>
            <a:ext cx="6969125" cy="4086225"/>
          </a:xfrm>
          <a:prstGeom prst="rect">
            <a:avLst/>
          </a:prstGeom>
          <a:noFill/>
          <a:ln w="6350" cap="sq" cmpd="sng" algn="ctr">
            <a:solidFill>
              <a:schemeClr val="tx1">
                <a:lumMod val="75000"/>
                <a:lumOff val="25000"/>
              </a:schemeClr>
            </a:solidFill>
            <a:prstDash val="solid"/>
            <a:miter lim="800000"/>
          </a:ln>
          <a:effectLst/>
        </p:spPr>
        <p:txBody>
          <a:bodyPr/>
          <a:lstStyle/>
          <a:p>
            <a:endParaRPr lang="es-CL"/>
          </a:p>
        </p:txBody>
      </p:sp>
      <p:sp>
        <p:nvSpPr>
          <p:cNvPr id="7" name="Rectangle 14">
            <a:extLst>
              <a:ext uri="{FF2B5EF4-FFF2-40B4-BE49-F238E27FC236}">
                <a16:creationId xmlns:a16="http://schemas.microsoft.com/office/drawing/2014/main" id="{62A66457-4133-2F4D-DF96-756F9D0D8516}"/>
              </a:ext>
            </a:extLst>
          </p:cNvPr>
          <p:cNvSpPr/>
          <p:nvPr/>
        </p:nvSpPr>
        <p:spPr>
          <a:xfrm>
            <a:off x="3794125" y="1268413"/>
            <a:ext cx="1555750" cy="63976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a:p>
        </p:txBody>
      </p:sp>
      <p:grpSp>
        <p:nvGrpSpPr>
          <p:cNvPr id="8" name="Group 3">
            <a:extLst>
              <a:ext uri="{FF2B5EF4-FFF2-40B4-BE49-F238E27FC236}">
                <a16:creationId xmlns:a16="http://schemas.microsoft.com/office/drawing/2014/main" id="{A1595A4B-A7A8-3E81-68CA-A26DF0144A21}"/>
              </a:ext>
            </a:extLst>
          </p:cNvPr>
          <p:cNvGrpSpPr>
            <a:grpSpLocks/>
          </p:cNvGrpSpPr>
          <p:nvPr/>
        </p:nvGrpSpPr>
        <p:grpSpPr bwMode="auto">
          <a:xfrm>
            <a:off x="3886200" y="1268413"/>
            <a:ext cx="1371600" cy="547687"/>
            <a:chOff x="5318306" y="1386268"/>
            <a:chExt cx="1567331" cy="645295"/>
          </a:xfrm>
        </p:grpSpPr>
        <p:cxnSp>
          <p:nvCxnSpPr>
            <p:cNvPr id="9" name="Straight Connector 16">
              <a:extLst>
                <a:ext uri="{FF2B5EF4-FFF2-40B4-BE49-F238E27FC236}">
                  <a16:creationId xmlns:a16="http://schemas.microsoft.com/office/drawing/2014/main" id="{5EF62182-4B39-B9E2-3537-1E8E10CAC26F}"/>
                </a:ext>
              </a:extLst>
            </p:cNvPr>
            <p:cNvCxnSpPr/>
            <p:nvPr/>
          </p:nvCxnSpPr>
          <p:spPr>
            <a:xfrm>
              <a:off x="5318306" y="1386268"/>
              <a:ext cx="0" cy="639684"/>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 name="Straight Connector 17">
              <a:extLst>
                <a:ext uri="{FF2B5EF4-FFF2-40B4-BE49-F238E27FC236}">
                  <a16:creationId xmlns:a16="http://schemas.microsoft.com/office/drawing/2014/main" id="{28FD1E0B-A9F7-B63F-A88C-8FE142ED3F6B}"/>
                </a:ext>
              </a:extLst>
            </p:cNvPr>
            <p:cNvCxnSpPr/>
            <p:nvPr/>
          </p:nvCxnSpPr>
          <p:spPr>
            <a:xfrm>
              <a:off x="6885637" y="1386268"/>
              <a:ext cx="0" cy="639684"/>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1" name="Straight Connector 18">
              <a:extLst>
                <a:ext uri="{FF2B5EF4-FFF2-40B4-BE49-F238E27FC236}">
                  <a16:creationId xmlns:a16="http://schemas.microsoft.com/office/drawing/2014/main" id="{38F81368-81A1-4B26-C964-87542E265998}"/>
                </a:ext>
              </a:extLst>
            </p:cNvPr>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71281" y="2091263"/>
            <a:ext cx="6801440" cy="2590800"/>
          </a:xfrm>
        </p:spPr>
        <p:txBody>
          <a:bodyPr>
            <a:noAutofit/>
          </a:bodyPr>
          <a:lstStyle>
            <a:lvl1pPr algn="ctr">
              <a:lnSpc>
                <a:spcPct val="83000"/>
              </a:lnSpc>
              <a:defRPr lang="en-US" sz="6200" b="0" kern="1200" cap="all" spc="-100" baseline="0" dirty="0">
                <a:solidFill>
                  <a:schemeClr val="tx1">
                    <a:lumMod val="85000"/>
                    <a:lumOff val="15000"/>
                  </a:schemeClr>
                </a:solidFill>
                <a:effectLst/>
                <a:latin typeface="+mj-lt"/>
                <a:ea typeface="+mn-ea"/>
                <a:cs typeface="+mn-cs"/>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71575" y="4682062"/>
            <a:ext cx="6803136" cy="502920"/>
          </a:xfrm>
        </p:spPr>
        <p:txBody>
          <a:bodyPr>
            <a:normAutofit/>
          </a:bodyPr>
          <a:lstStyle>
            <a:lvl1pPr marL="0" indent="0" algn="ctr">
              <a:spcBef>
                <a:spcPts val="0"/>
              </a:spcBef>
              <a:buNone/>
              <a:defRPr sz="1400" spc="80" baseline="0">
                <a:solidFill>
                  <a:schemeClr val="tx1"/>
                </a:solidFill>
              </a:defRPr>
            </a:lvl1pPr>
            <a:lvl2pPr marL="457200" indent="0" algn="ctr">
              <a:buNone/>
              <a:defRPr sz="1400"/>
            </a:lvl2pPr>
            <a:lvl3pPr marL="914400" indent="0" algn="ctr">
              <a:buNone/>
              <a:defRPr sz="1400"/>
            </a:lvl3pPr>
            <a:lvl4pPr marL="1371600" indent="0" algn="ctr">
              <a:buNone/>
              <a:defRPr sz="1400"/>
            </a:lvl4pPr>
            <a:lvl5pPr marL="1828800" indent="0" algn="ctr">
              <a:buNone/>
              <a:defRPr sz="1400"/>
            </a:lvl5pPr>
            <a:lvl6pPr marL="2286000" indent="0" algn="ctr">
              <a:buNone/>
              <a:defRPr sz="1400"/>
            </a:lvl6pPr>
            <a:lvl7pPr marL="2743200" indent="0" algn="ctr">
              <a:buNone/>
              <a:defRPr sz="1400"/>
            </a:lvl7pPr>
            <a:lvl8pPr marL="3200400" indent="0" algn="ctr">
              <a:buNone/>
              <a:defRPr sz="1400"/>
            </a:lvl8pPr>
            <a:lvl9pPr marL="3657600" indent="0" algn="ctr">
              <a:buNone/>
              <a:defRPr sz="1400"/>
            </a:lvl9pPr>
          </a:lstStyle>
          <a:p>
            <a:r>
              <a:rPr lang="es-ES"/>
              <a:t>Haga clic para modificar el estilo de subtítulo del patrón</a:t>
            </a:r>
            <a:endParaRPr lang="en-US" dirty="0"/>
          </a:p>
        </p:txBody>
      </p:sp>
      <p:sp>
        <p:nvSpPr>
          <p:cNvPr id="12" name="Date Placeholder 19">
            <a:extLst>
              <a:ext uri="{FF2B5EF4-FFF2-40B4-BE49-F238E27FC236}">
                <a16:creationId xmlns:a16="http://schemas.microsoft.com/office/drawing/2014/main" id="{46AEEE27-9743-961A-1CED-67EB76B25F25}"/>
              </a:ext>
            </a:extLst>
          </p:cNvPr>
          <p:cNvSpPr>
            <a:spLocks noGrp="1"/>
          </p:cNvSpPr>
          <p:nvPr>
            <p:ph type="dt" sz="half" idx="10"/>
          </p:nvPr>
        </p:nvSpPr>
        <p:spPr>
          <a:xfrm>
            <a:off x="3932238" y="1327150"/>
            <a:ext cx="1279525" cy="457200"/>
          </a:xfrm>
        </p:spPr>
        <p:txBody>
          <a:bodyPr/>
          <a:lstStyle>
            <a:lvl1pPr algn="ctr">
              <a:defRPr sz="1100" spc="0" baseline="0">
                <a:solidFill>
                  <a:schemeClr val="tx1"/>
                </a:solidFill>
                <a:latin typeface="+mn-lt"/>
              </a:defRPr>
            </a:lvl1pPr>
          </a:lstStyle>
          <a:p>
            <a:pPr>
              <a:defRPr/>
            </a:pPr>
            <a:endParaRPr lang="en-US"/>
          </a:p>
        </p:txBody>
      </p:sp>
      <p:sp>
        <p:nvSpPr>
          <p:cNvPr id="13" name="Footer Placeholder 20">
            <a:extLst>
              <a:ext uri="{FF2B5EF4-FFF2-40B4-BE49-F238E27FC236}">
                <a16:creationId xmlns:a16="http://schemas.microsoft.com/office/drawing/2014/main" id="{963111A6-1F69-FAFB-0BE7-C11FCC381687}"/>
              </a:ext>
            </a:extLst>
          </p:cNvPr>
          <p:cNvSpPr>
            <a:spLocks noGrp="1"/>
          </p:cNvSpPr>
          <p:nvPr>
            <p:ph type="ftr" sz="quarter" idx="11"/>
          </p:nvPr>
        </p:nvSpPr>
        <p:spPr>
          <a:xfrm>
            <a:off x="1104900" y="5211763"/>
            <a:ext cx="4429125" cy="228600"/>
          </a:xfrm>
        </p:spPr>
        <p:txBody>
          <a:bodyPr/>
          <a:lstStyle>
            <a:lvl1pPr algn="l">
              <a:defRPr sz="900">
                <a:solidFill>
                  <a:schemeClr val="tx1">
                    <a:lumMod val="75000"/>
                    <a:lumOff val="25000"/>
                  </a:schemeClr>
                </a:solidFill>
              </a:defRPr>
            </a:lvl1pPr>
          </a:lstStyle>
          <a:p>
            <a:pPr>
              <a:defRPr/>
            </a:pPr>
            <a:endParaRPr lang="en-US"/>
          </a:p>
        </p:txBody>
      </p:sp>
      <p:sp>
        <p:nvSpPr>
          <p:cNvPr id="14" name="Slide Number Placeholder 21">
            <a:extLst>
              <a:ext uri="{FF2B5EF4-FFF2-40B4-BE49-F238E27FC236}">
                <a16:creationId xmlns:a16="http://schemas.microsoft.com/office/drawing/2014/main" id="{4C0AEB4E-AF53-69D4-F2A3-7917F7C01D5D}"/>
              </a:ext>
            </a:extLst>
          </p:cNvPr>
          <p:cNvSpPr>
            <a:spLocks noGrp="1"/>
          </p:cNvSpPr>
          <p:nvPr>
            <p:ph type="sldNum" sz="quarter" idx="12"/>
          </p:nvPr>
        </p:nvSpPr>
        <p:spPr>
          <a:xfrm>
            <a:off x="6454775" y="5211763"/>
            <a:ext cx="1584325" cy="228600"/>
          </a:xfrm>
        </p:spPr>
        <p:txBody>
          <a:bodyPr/>
          <a:lstStyle>
            <a:lvl1pPr>
              <a:defRPr>
                <a:solidFill>
                  <a:schemeClr val="tx1">
                    <a:lumMod val="75000"/>
                    <a:lumOff val="25000"/>
                  </a:schemeClr>
                </a:solidFill>
              </a:defRPr>
            </a:lvl1pPr>
          </a:lstStyle>
          <a:p>
            <a:pPr>
              <a:defRPr/>
            </a:pPr>
            <a:fld id="{DB2A7CEA-3B38-4B3C-A4CA-52E4E186AA87}" type="slidenum">
              <a:rPr lang="en-US" altLang="es-CL"/>
              <a:pPr>
                <a:defRPr/>
              </a:pPr>
              <a:t>‹Nº›</a:t>
            </a:fld>
            <a:endParaRPr lang="en-US" altLang="es-CL"/>
          </a:p>
        </p:txBody>
      </p:sp>
    </p:spTree>
    <p:extLst>
      <p:ext uri="{BB962C8B-B14F-4D97-AF65-F5344CB8AC3E}">
        <p14:creationId xmlns:p14="http://schemas.microsoft.com/office/powerpoint/2010/main" val="390539003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a:extLst>
              <a:ext uri="{FF2B5EF4-FFF2-40B4-BE49-F238E27FC236}">
                <a16:creationId xmlns:a16="http://schemas.microsoft.com/office/drawing/2014/main" id="{7442156E-050F-3077-A6F5-C8DA84A03B72}"/>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C64DFEF7-34B8-DBCB-A558-AF5284FD099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1E31880-3F9F-3F4D-0FDC-0410AAD69D65}"/>
              </a:ext>
            </a:extLst>
          </p:cNvPr>
          <p:cNvSpPr>
            <a:spLocks noGrp="1"/>
          </p:cNvSpPr>
          <p:nvPr>
            <p:ph type="sldNum" sz="quarter" idx="12"/>
          </p:nvPr>
        </p:nvSpPr>
        <p:spPr/>
        <p:txBody>
          <a:bodyPr/>
          <a:lstStyle>
            <a:lvl1pPr>
              <a:defRPr/>
            </a:lvl1pPr>
          </a:lstStyle>
          <a:p>
            <a:pPr>
              <a:defRPr/>
            </a:pPr>
            <a:fld id="{A73C3386-0339-42A9-A0AF-AF8053EB54F8}" type="slidenum">
              <a:rPr lang="en-US" altLang="es-CL"/>
              <a:pPr>
                <a:defRPr/>
              </a:pPr>
              <a:t>‹Nº›</a:t>
            </a:fld>
            <a:endParaRPr lang="en-US" altLang="es-CL"/>
          </a:p>
        </p:txBody>
      </p:sp>
    </p:spTree>
    <p:extLst>
      <p:ext uri="{BB962C8B-B14F-4D97-AF65-F5344CB8AC3E}">
        <p14:creationId xmlns:p14="http://schemas.microsoft.com/office/powerpoint/2010/main" val="3038328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gradFill rotWithShape="1">
          <a:gsLst>
            <a:gs pos="0">
              <a:srgbClr val="E2DBCA"/>
            </a:gs>
            <a:gs pos="77000">
              <a:srgbClr val="CAC3B1"/>
            </a:gs>
            <a:gs pos="100000">
              <a:srgbClr val="C1BBAB"/>
            </a:gs>
          </a:gsLst>
          <a:lin ang="5400000"/>
        </a:gradFill>
        <a:effectLst/>
      </p:bgPr>
    </p:bg>
    <p:spTree>
      <p:nvGrpSpPr>
        <p:cNvPr id="1" name=""/>
        <p:cNvGrpSpPr/>
        <p:nvPr/>
      </p:nvGrpSpPr>
      <p:grpSpPr>
        <a:xfrm>
          <a:off x="0" y="0"/>
          <a:ext cx="0" cy="0"/>
          <a:chOff x="0" y="0"/>
          <a:chExt cx="0" cy="0"/>
        </a:xfrm>
      </p:grpSpPr>
      <p:sp>
        <p:nvSpPr>
          <p:cNvPr id="4" name="Rectangle 21">
            <a:extLst>
              <a:ext uri="{FF2B5EF4-FFF2-40B4-BE49-F238E27FC236}">
                <a16:creationId xmlns:a16="http://schemas.microsoft.com/office/drawing/2014/main" id="{B4558ACF-7B46-B1F7-1E32-B85CAC948536}"/>
              </a:ext>
            </a:extLst>
          </p:cNvPr>
          <p:cNvSpPr/>
          <p:nvPr/>
        </p:nvSpPr>
        <p:spPr>
          <a:xfrm>
            <a:off x="0" y="0"/>
            <a:ext cx="9144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22">
            <a:extLst>
              <a:ext uri="{FF2B5EF4-FFF2-40B4-BE49-F238E27FC236}">
                <a16:creationId xmlns:a16="http://schemas.microsoft.com/office/drawing/2014/main" id="{7686581C-9A55-30C6-2579-D657837940DC}"/>
              </a:ext>
            </a:extLst>
          </p:cNvPr>
          <p:cNvSpPr/>
          <p:nvPr/>
        </p:nvSpPr>
        <p:spPr>
          <a:xfrm>
            <a:off x="980902" y="1275025"/>
            <a:ext cx="7182197"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6" name="Rectangle 23">
            <a:extLst>
              <a:ext uri="{FF2B5EF4-FFF2-40B4-BE49-F238E27FC236}">
                <a16:creationId xmlns:a16="http://schemas.microsoft.com/office/drawing/2014/main" id="{07614FAA-132F-A180-8FE3-25473976C65B}"/>
              </a:ext>
            </a:extLst>
          </p:cNvPr>
          <p:cNvSpPr/>
          <p:nvPr/>
        </p:nvSpPr>
        <p:spPr>
          <a:xfrm>
            <a:off x="1087438" y="1385888"/>
            <a:ext cx="6969125" cy="4086225"/>
          </a:xfrm>
          <a:prstGeom prst="rect">
            <a:avLst/>
          </a:prstGeom>
          <a:noFill/>
          <a:ln w="6350" cap="sq" cmpd="sng" algn="ctr">
            <a:solidFill>
              <a:schemeClr val="tx1">
                <a:lumMod val="75000"/>
                <a:lumOff val="25000"/>
              </a:schemeClr>
            </a:solidFill>
            <a:prstDash val="solid"/>
            <a:miter lim="800000"/>
          </a:ln>
          <a:effectLst/>
        </p:spPr>
      </p:sp>
      <p:sp>
        <p:nvSpPr>
          <p:cNvPr id="7" name="Rectangle 29">
            <a:extLst>
              <a:ext uri="{FF2B5EF4-FFF2-40B4-BE49-F238E27FC236}">
                <a16:creationId xmlns:a16="http://schemas.microsoft.com/office/drawing/2014/main" id="{6668B400-2F6E-5DE2-2F52-66BB9CC0229D}"/>
              </a:ext>
            </a:extLst>
          </p:cNvPr>
          <p:cNvSpPr/>
          <p:nvPr/>
        </p:nvSpPr>
        <p:spPr>
          <a:xfrm>
            <a:off x="3794125" y="1268413"/>
            <a:ext cx="1555750" cy="63976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8" name="Group 30">
            <a:extLst>
              <a:ext uri="{FF2B5EF4-FFF2-40B4-BE49-F238E27FC236}">
                <a16:creationId xmlns:a16="http://schemas.microsoft.com/office/drawing/2014/main" id="{7E3415D9-541A-D595-29E3-E200BA2B4E03}"/>
              </a:ext>
            </a:extLst>
          </p:cNvPr>
          <p:cNvGrpSpPr>
            <a:grpSpLocks/>
          </p:cNvGrpSpPr>
          <p:nvPr/>
        </p:nvGrpSpPr>
        <p:grpSpPr bwMode="auto">
          <a:xfrm>
            <a:off x="3886200" y="1268413"/>
            <a:ext cx="1371600" cy="547687"/>
            <a:chOff x="5318306" y="1386268"/>
            <a:chExt cx="1567331" cy="645295"/>
          </a:xfrm>
        </p:grpSpPr>
        <p:cxnSp>
          <p:nvCxnSpPr>
            <p:cNvPr id="9" name="Straight Connector 31">
              <a:extLst>
                <a:ext uri="{FF2B5EF4-FFF2-40B4-BE49-F238E27FC236}">
                  <a16:creationId xmlns:a16="http://schemas.microsoft.com/office/drawing/2014/main" id="{6BFDAC6A-1953-1583-982B-52A7FB97C6F5}"/>
                </a:ext>
              </a:extLst>
            </p:cNvPr>
            <p:cNvCxnSpPr/>
            <p:nvPr/>
          </p:nvCxnSpPr>
          <p:spPr>
            <a:xfrm>
              <a:off x="5318306" y="1386268"/>
              <a:ext cx="0" cy="639684"/>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 name="Straight Connector 32">
              <a:extLst>
                <a:ext uri="{FF2B5EF4-FFF2-40B4-BE49-F238E27FC236}">
                  <a16:creationId xmlns:a16="http://schemas.microsoft.com/office/drawing/2014/main" id="{093E77FD-EC5B-35F3-18B3-FCB81BC68627}"/>
                </a:ext>
              </a:extLst>
            </p:cNvPr>
            <p:cNvCxnSpPr/>
            <p:nvPr/>
          </p:nvCxnSpPr>
          <p:spPr>
            <a:xfrm>
              <a:off x="6885637" y="1386268"/>
              <a:ext cx="0" cy="639684"/>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1" name="Straight Connector 33">
              <a:extLst>
                <a:ext uri="{FF2B5EF4-FFF2-40B4-BE49-F238E27FC236}">
                  <a16:creationId xmlns:a16="http://schemas.microsoft.com/office/drawing/2014/main" id="{44A0675E-4102-C4DD-7187-F8CF9F0D2273}"/>
                </a:ext>
              </a:extLst>
            </p:cNvPr>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172717" y="2094309"/>
            <a:ext cx="6803136" cy="2587752"/>
          </a:xfrm>
        </p:spPr>
        <p:txBody>
          <a:bodyPr>
            <a:noAutofit/>
          </a:bodyPr>
          <a:lstStyle>
            <a:lvl1pPr algn="ctr">
              <a:lnSpc>
                <a:spcPct val="83000"/>
              </a:lnSpc>
              <a:defRPr lang="en-US" sz="6200" kern="1200" cap="all" spc="-100" baseline="0" dirty="0">
                <a:solidFill>
                  <a:schemeClr val="tx1">
                    <a:lumMod val="85000"/>
                    <a:lumOff val="15000"/>
                  </a:schemeClr>
                </a:solidFill>
                <a:effectLst/>
                <a:latin typeface="+mj-lt"/>
                <a:ea typeface="+mn-ea"/>
                <a:cs typeface="+mn-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72718" y="4682062"/>
            <a:ext cx="6803136" cy="502920"/>
          </a:xfrm>
        </p:spPr>
        <p:txBody>
          <a:bodyPr>
            <a:normAutofit/>
          </a:bodyPr>
          <a:lstStyle>
            <a:lvl1pPr marL="0" indent="0" algn="ctr">
              <a:buNone/>
              <a:defRPr sz="1400">
                <a:solidFill>
                  <a:schemeClr val="tx1"/>
                </a:solidFill>
                <a:effectLst/>
              </a:defRPr>
            </a:lvl1pPr>
            <a:lvl2pPr marL="457200" indent="0">
              <a:buNone/>
              <a:defRPr sz="1400">
                <a:solidFill>
                  <a:schemeClr val="tx1">
                    <a:tint val="75000"/>
                  </a:schemeClr>
                </a:solidFill>
              </a:defRPr>
            </a:lvl2pPr>
            <a:lvl3pPr marL="914400" indent="0">
              <a:buNone/>
              <a:defRPr sz="14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12" name="Date Placeholder 3">
            <a:extLst>
              <a:ext uri="{FF2B5EF4-FFF2-40B4-BE49-F238E27FC236}">
                <a16:creationId xmlns:a16="http://schemas.microsoft.com/office/drawing/2014/main" id="{197D256F-9C31-E32A-3129-883F51EC9B70}"/>
              </a:ext>
            </a:extLst>
          </p:cNvPr>
          <p:cNvSpPr>
            <a:spLocks noGrp="1"/>
          </p:cNvSpPr>
          <p:nvPr>
            <p:ph type="dt" sz="half" idx="10"/>
          </p:nvPr>
        </p:nvSpPr>
        <p:spPr>
          <a:xfrm>
            <a:off x="3932238" y="1325563"/>
            <a:ext cx="1279525" cy="457200"/>
          </a:xfrm>
        </p:spPr>
        <p:txBody>
          <a:bodyPr/>
          <a:lstStyle>
            <a:lvl1pPr algn="ctr">
              <a:defRPr lang="en-US" sz="1100" kern="1200" spc="0" baseline="0">
                <a:solidFill>
                  <a:schemeClr val="tx1"/>
                </a:solidFill>
                <a:latin typeface="+mn-lt"/>
                <a:ea typeface="+mn-ea"/>
                <a:cs typeface="+mn-cs"/>
              </a:defRPr>
            </a:lvl1pPr>
          </a:lstStyle>
          <a:p>
            <a:pPr>
              <a:defRPr/>
            </a:pPr>
            <a:endParaRPr/>
          </a:p>
        </p:txBody>
      </p:sp>
      <p:sp>
        <p:nvSpPr>
          <p:cNvPr id="13" name="Footer Placeholder 4">
            <a:extLst>
              <a:ext uri="{FF2B5EF4-FFF2-40B4-BE49-F238E27FC236}">
                <a16:creationId xmlns:a16="http://schemas.microsoft.com/office/drawing/2014/main" id="{F15035EF-A765-036E-EEA9-C6BB3D5F6DB5}"/>
              </a:ext>
            </a:extLst>
          </p:cNvPr>
          <p:cNvSpPr>
            <a:spLocks noGrp="1"/>
          </p:cNvSpPr>
          <p:nvPr>
            <p:ph type="ftr" sz="quarter" idx="11"/>
          </p:nvPr>
        </p:nvSpPr>
        <p:spPr>
          <a:xfrm>
            <a:off x="1104900" y="5211763"/>
            <a:ext cx="4430713" cy="228600"/>
          </a:xfrm>
        </p:spPr>
        <p:txBody>
          <a:bodyPr/>
          <a:lstStyle>
            <a:lvl1pPr algn="l">
              <a:defRPr/>
            </a:lvl1pPr>
          </a:lstStyle>
          <a:p>
            <a:pPr>
              <a:defRPr/>
            </a:pPr>
            <a:endParaRPr lang="en-US"/>
          </a:p>
        </p:txBody>
      </p:sp>
      <p:sp>
        <p:nvSpPr>
          <p:cNvPr id="14" name="Slide Number Placeholder 5">
            <a:extLst>
              <a:ext uri="{FF2B5EF4-FFF2-40B4-BE49-F238E27FC236}">
                <a16:creationId xmlns:a16="http://schemas.microsoft.com/office/drawing/2014/main" id="{9E8D9C19-5E6A-3B20-C865-FE1B1AABC06C}"/>
              </a:ext>
            </a:extLst>
          </p:cNvPr>
          <p:cNvSpPr>
            <a:spLocks noGrp="1"/>
          </p:cNvSpPr>
          <p:nvPr>
            <p:ph type="sldNum" sz="quarter" idx="12"/>
          </p:nvPr>
        </p:nvSpPr>
        <p:spPr>
          <a:xfrm>
            <a:off x="6453188" y="5211763"/>
            <a:ext cx="1584325" cy="228600"/>
          </a:xfrm>
        </p:spPr>
        <p:txBody>
          <a:bodyPr/>
          <a:lstStyle>
            <a:lvl1pPr>
              <a:defRPr/>
            </a:lvl1pPr>
          </a:lstStyle>
          <a:p>
            <a:pPr>
              <a:defRPr/>
            </a:pPr>
            <a:fld id="{4514A591-4130-4CE7-AFEB-C965716289DD}" type="slidenum">
              <a:rPr lang="en-US" altLang="es-CL"/>
              <a:pPr>
                <a:defRPr/>
              </a:pPr>
              <a:t>‹Nº›</a:t>
            </a:fld>
            <a:endParaRPr lang="en-US" altLang="es-CL"/>
          </a:p>
        </p:txBody>
      </p:sp>
    </p:spTree>
    <p:extLst>
      <p:ext uri="{BB962C8B-B14F-4D97-AF65-F5344CB8AC3E}">
        <p14:creationId xmlns:p14="http://schemas.microsoft.com/office/powerpoint/2010/main" val="19766511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731520" y="2103120"/>
            <a:ext cx="3657600" cy="393192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754880" y="2103120"/>
            <a:ext cx="3657600" cy="393192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3">
            <a:extLst>
              <a:ext uri="{FF2B5EF4-FFF2-40B4-BE49-F238E27FC236}">
                <a16:creationId xmlns:a16="http://schemas.microsoft.com/office/drawing/2014/main" id="{E53881FC-BB6B-608A-7F3D-2AD316B077E0}"/>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623AFAC3-8023-7059-872A-ACF6C573860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E897F0B-3156-8B2F-15CF-0A3E0E81CE15}"/>
              </a:ext>
            </a:extLst>
          </p:cNvPr>
          <p:cNvSpPr>
            <a:spLocks noGrp="1"/>
          </p:cNvSpPr>
          <p:nvPr>
            <p:ph type="sldNum" sz="quarter" idx="12"/>
          </p:nvPr>
        </p:nvSpPr>
        <p:spPr/>
        <p:txBody>
          <a:bodyPr/>
          <a:lstStyle>
            <a:lvl1pPr>
              <a:defRPr/>
            </a:lvl1pPr>
          </a:lstStyle>
          <a:p>
            <a:pPr>
              <a:defRPr/>
            </a:pPr>
            <a:fld id="{4D98FC15-4CD0-4187-8CFF-0CD58F3EE073}" type="slidenum">
              <a:rPr lang="en-US" altLang="es-CL"/>
              <a:pPr>
                <a:defRPr/>
              </a:pPr>
              <a:t>‹Nº›</a:t>
            </a:fld>
            <a:endParaRPr lang="en-US" altLang="es-CL"/>
          </a:p>
        </p:txBody>
      </p:sp>
    </p:spTree>
    <p:extLst>
      <p:ext uri="{BB962C8B-B14F-4D97-AF65-F5344CB8AC3E}">
        <p14:creationId xmlns:p14="http://schemas.microsoft.com/office/powerpoint/2010/main" val="3421377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731520" y="2074334"/>
            <a:ext cx="365760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731520" y="2755898"/>
            <a:ext cx="365760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754880" y="2074334"/>
            <a:ext cx="365760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4754880" y="2756581"/>
            <a:ext cx="365760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3">
            <a:extLst>
              <a:ext uri="{FF2B5EF4-FFF2-40B4-BE49-F238E27FC236}">
                <a16:creationId xmlns:a16="http://schemas.microsoft.com/office/drawing/2014/main" id="{C2D04C10-9561-6B6D-E117-BBD35D40E0F9}"/>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F11C8F69-CC96-6271-E983-CC596B132354}"/>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CD2289BD-1DE6-5BBE-D39C-1B221178DE85}"/>
              </a:ext>
            </a:extLst>
          </p:cNvPr>
          <p:cNvSpPr>
            <a:spLocks noGrp="1"/>
          </p:cNvSpPr>
          <p:nvPr>
            <p:ph type="sldNum" sz="quarter" idx="12"/>
          </p:nvPr>
        </p:nvSpPr>
        <p:spPr/>
        <p:txBody>
          <a:bodyPr/>
          <a:lstStyle>
            <a:lvl1pPr>
              <a:defRPr/>
            </a:lvl1pPr>
          </a:lstStyle>
          <a:p>
            <a:pPr>
              <a:defRPr/>
            </a:pPr>
            <a:fld id="{B3AB9A6C-A869-44C8-9653-F7C990157220}" type="slidenum">
              <a:rPr lang="en-US" altLang="es-CL"/>
              <a:pPr>
                <a:defRPr/>
              </a:pPr>
              <a:t>‹Nº›</a:t>
            </a:fld>
            <a:endParaRPr lang="en-US" altLang="es-CL"/>
          </a:p>
        </p:txBody>
      </p:sp>
    </p:spTree>
    <p:extLst>
      <p:ext uri="{BB962C8B-B14F-4D97-AF65-F5344CB8AC3E}">
        <p14:creationId xmlns:p14="http://schemas.microsoft.com/office/powerpoint/2010/main" val="1999572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3">
            <a:extLst>
              <a:ext uri="{FF2B5EF4-FFF2-40B4-BE49-F238E27FC236}">
                <a16:creationId xmlns:a16="http://schemas.microsoft.com/office/drawing/2014/main" id="{AB307CC1-7119-6DE1-2DAF-B0E7E16B4E83}"/>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D46FF419-780A-5916-367F-E3BC26B617D7}"/>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B1478401-BAB3-CF88-2448-B30786D6E856}"/>
              </a:ext>
            </a:extLst>
          </p:cNvPr>
          <p:cNvSpPr>
            <a:spLocks noGrp="1"/>
          </p:cNvSpPr>
          <p:nvPr>
            <p:ph type="sldNum" sz="quarter" idx="12"/>
          </p:nvPr>
        </p:nvSpPr>
        <p:spPr/>
        <p:txBody>
          <a:bodyPr/>
          <a:lstStyle>
            <a:lvl1pPr>
              <a:defRPr/>
            </a:lvl1pPr>
          </a:lstStyle>
          <a:p>
            <a:pPr>
              <a:defRPr/>
            </a:pPr>
            <a:fld id="{79954C27-1613-4180-8A5D-10FF140C8895}" type="slidenum">
              <a:rPr lang="en-US" altLang="es-CL"/>
              <a:pPr>
                <a:defRPr/>
              </a:pPr>
              <a:t>‹Nº›</a:t>
            </a:fld>
            <a:endParaRPr lang="en-US" altLang="es-CL"/>
          </a:p>
        </p:txBody>
      </p:sp>
    </p:spTree>
    <p:extLst>
      <p:ext uri="{BB962C8B-B14F-4D97-AF65-F5344CB8AC3E}">
        <p14:creationId xmlns:p14="http://schemas.microsoft.com/office/powerpoint/2010/main" val="877651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A5D354E7-F41E-139A-9001-AA0166069C81}"/>
              </a:ext>
            </a:extLst>
          </p:cNvPr>
          <p:cNvSpPr>
            <a:spLocks noGrp="1"/>
          </p:cNvSpPr>
          <p:nvPr>
            <p:ph type="dt" sz="half" idx="10"/>
          </p:nvPr>
        </p:nvSpPr>
        <p:spPr/>
        <p:txBody>
          <a:bodyPr/>
          <a:lstStyle>
            <a:lvl1pPr>
              <a:defRPr/>
            </a:lvl1pPr>
          </a:lstStyle>
          <a:p>
            <a:pPr>
              <a:defRPr/>
            </a:pPr>
            <a:endParaRPr lang="en-US"/>
          </a:p>
        </p:txBody>
      </p:sp>
      <p:sp>
        <p:nvSpPr>
          <p:cNvPr id="3" name="Footer Placeholder 4">
            <a:extLst>
              <a:ext uri="{FF2B5EF4-FFF2-40B4-BE49-F238E27FC236}">
                <a16:creationId xmlns:a16="http://schemas.microsoft.com/office/drawing/2014/main" id="{AB06ECB5-E6FA-8AFD-04E4-4108048F0735}"/>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2745C044-391D-2F08-9053-334DD8BE3F2F}"/>
              </a:ext>
            </a:extLst>
          </p:cNvPr>
          <p:cNvSpPr>
            <a:spLocks noGrp="1"/>
          </p:cNvSpPr>
          <p:nvPr>
            <p:ph type="sldNum" sz="quarter" idx="12"/>
          </p:nvPr>
        </p:nvSpPr>
        <p:spPr/>
        <p:txBody>
          <a:bodyPr/>
          <a:lstStyle>
            <a:lvl1pPr>
              <a:defRPr/>
            </a:lvl1pPr>
          </a:lstStyle>
          <a:p>
            <a:pPr>
              <a:defRPr/>
            </a:pPr>
            <a:fld id="{5D225710-DA7C-4BDE-A829-C00AE4E0C6C0}" type="slidenum">
              <a:rPr lang="en-US" altLang="es-CL"/>
              <a:pPr>
                <a:defRPr/>
              </a:pPr>
              <a:t>‹Nº›</a:t>
            </a:fld>
            <a:endParaRPr lang="en-US" altLang="es-CL"/>
          </a:p>
        </p:txBody>
      </p:sp>
    </p:spTree>
    <p:extLst>
      <p:ext uri="{BB962C8B-B14F-4D97-AF65-F5344CB8AC3E}">
        <p14:creationId xmlns:p14="http://schemas.microsoft.com/office/powerpoint/2010/main" val="202349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5" name="Rectangle 15">
            <a:extLst>
              <a:ext uri="{FF2B5EF4-FFF2-40B4-BE49-F238E27FC236}">
                <a16:creationId xmlns:a16="http://schemas.microsoft.com/office/drawing/2014/main" id="{6DB677A6-7677-AD70-8ED5-C28777274EC9}"/>
              </a:ext>
            </a:extLst>
          </p:cNvPr>
          <p:cNvSpPr/>
          <p:nvPr/>
        </p:nvSpPr>
        <p:spPr>
          <a:xfrm>
            <a:off x="184150" y="173038"/>
            <a:ext cx="6399213" cy="65119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14">
            <a:extLst>
              <a:ext uri="{FF2B5EF4-FFF2-40B4-BE49-F238E27FC236}">
                <a16:creationId xmlns:a16="http://schemas.microsoft.com/office/drawing/2014/main" id="{15BCFA24-46C8-B587-B5F3-DE22C3B91201}"/>
              </a:ext>
            </a:extLst>
          </p:cNvPr>
          <p:cNvSpPr/>
          <p:nvPr/>
        </p:nvSpPr>
        <p:spPr>
          <a:xfrm>
            <a:off x="6765925" y="173038"/>
            <a:ext cx="2193925" cy="6511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Rectangle 11">
            <a:extLst>
              <a:ext uri="{FF2B5EF4-FFF2-40B4-BE49-F238E27FC236}">
                <a16:creationId xmlns:a16="http://schemas.microsoft.com/office/drawing/2014/main" id="{094E2A78-6674-4BF3-A778-79C237634723}"/>
              </a:ext>
            </a:extLst>
          </p:cNvPr>
          <p:cNvSpPr/>
          <p:nvPr/>
        </p:nvSpPr>
        <p:spPr>
          <a:xfrm>
            <a:off x="6867525" y="274638"/>
            <a:ext cx="1989138" cy="6308725"/>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607392"/>
            <a:ext cx="1823085" cy="1645920"/>
          </a:xfrm>
        </p:spPr>
        <p:txBody>
          <a:bodyPr anchor="b">
            <a:normAutofit/>
          </a:bodyPr>
          <a:lstStyle>
            <a:lvl1pPr algn="l" defTabSz="914400" rtl="0" eaLnBrk="1" latinLnBrk="0" hangingPunct="1">
              <a:lnSpc>
                <a:spcPct val="90000"/>
              </a:lnSpc>
              <a:spcBef>
                <a:spcPct val="0"/>
              </a:spcBef>
              <a:buNone/>
              <a:defRPr lang="en-US" sz="2400" b="0" kern="1200" cap="none" spc="0" baseline="0" dirty="0">
                <a:solidFill>
                  <a:srgbClr val="FFFFFF"/>
                </a:solidFill>
                <a:effectLst/>
                <a:latin typeface="+mj-lt"/>
                <a:ea typeface="+mn-ea"/>
                <a:cs typeface="+mn-cs"/>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668976" y="907143"/>
            <a:ext cx="5428856" cy="5043714"/>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972300" y="2286000"/>
            <a:ext cx="1823085" cy="3505200"/>
          </a:xfrm>
        </p:spPr>
        <p:txBody>
          <a:bodyPr>
            <a:normAutofit/>
          </a:bodyPr>
          <a:lstStyle>
            <a:lvl1pPr marL="0" indent="0">
              <a:lnSpc>
                <a:spcPct val="110000"/>
              </a:lnSpc>
              <a:spcBef>
                <a:spcPts val="800"/>
              </a:spcBef>
              <a:buNone/>
              <a:defRPr sz="13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8" name="Date Placeholder 7">
            <a:extLst>
              <a:ext uri="{FF2B5EF4-FFF2-40B4-BE49-F238E27FC236}">
                <a16:creationId xmlns:a16="http://schemas.microsoft.com/office/drawing/2014/main" id="{C71649BF-35F9-16EC-BB96-8991DD1C4776}"/>
              </a:ext>
            </a:extLst>
          </p:cNvPr>
          <p:cNvSpPr>
            <a:spLocks noGrp="1"/>
          </p:cNvSpPr>
          <p:nvPr>
            <p:ph type="dt" sz="half" idx="10"/>
          </p:nvPr>
        </p:nvSpPr>
        <p:spPr/>
        <p:txBody>
          <a:bodyPr/>
          <a:lstStyle>
            <a:lvl1pPr>
              <a:defRPr/>
            </a:lvl1pPr>
          </a:lstStyle>
          <a:p>
            <a:pPr>
              <a:defRPr/>
            </a:pPr>
            <a:endParaRPr lang="en-US"/>
          </a:p>
        </p:txBody>
      </p:sp>
      <p:sp>
        <p:nvSpPr>
          <p:cNvPr id="9" name="Footer Placeholder 8">
            <a:extLst>
              <a:ext uri="{FF2B5EF4-FFF2-40B4-BE49-F238E27FC236}">
                <a16:creationId xmlns:a16="http://schemas.microsoft.com/office/drawing/2014/main" id="{49FE6A24-7F98-A7E3-D2D9-1B38FC08F545}"/>
              </a:ext>
            </a:extLst>
          </p:cNvPr>
          <p:cNvSpPr>
            <a:spLocks noGrp="1"/>
          </p:cNvSpPr>
          <p:nvPr>
            <p:ph type="ftr" sz="quarter" idx="11"/>
          </p:nvPr>
        </p:nvSpPr>
        <p:spPr/>
        <p:txBody>
          <a:bodyPr/>
          <a:lstStyle>
            <a:lvl1pPr algn="r">
              <a:defRPr/>
            </a:lvl1pPr>
          </a:lstStyle>
          <a:p>
            <a:pPr>
              <a:defRPr/>
            </a:pPr>
            <a:endParaRPr lang="en-US"/>
          </a:p>
        </p:txBody>
      </p:sp>
      <p:sp>
        <p:nvSpPr>
          <p:cNvPr id="10" name="Slide Number Placeholder 10">
            <a:extLst>
              <a:ext uri="{FF2B5EF4-FFF2-40B4-BE49-F238E27FC236}">
                <a16:creationId xmlns:a16="http://schemas.microsoft.com/office/drawing/2014/main" id="{97D710C6-5309-8811-B24F-B5A9CB4B53D8}"/>
              </a:ext>
            </a:extLst>
          </p:cNvPr>
          <p:cNvSpPr>
            <a:spLocks noGrp="1"/>
          </p:cNvSpPr>
          <p:nvPr>
            <p:ph type="sldNum" sz="quarter" idx="12"/>
          </p:nvPr>
        </p:nvSpPr>
        <p:spPr>
          <a:xfrm>
            <a:off x="7794625" y="6310313"/>
            <a:ext cx="1098550" cy="274637"/>
          </a:xfrm>
        </p:spPr>
        <p:txBody>
          <a:bodyPr/>
          <a:lstStyle>
            <a:lvl1pPr>
              <a:defRPr>
                <a:solidFill>
                  <a:srgbClr val="FFFFFF"/>
                </a:solidFill>
              </a:defRPr>
            </a:lvl1pPr>
          </a:lstStyle>
          <a:p>
            <a:pPr>
              <a:defRPr/>
            </a:pPr>
            <a:fld id="{DEC14B8B-3AF0-466D-BF14-64D7D33B1ADD}" type="slidenum">
              <a:rPr lang="en-US" altLang="es-CL"/>
              <a:pPr>
                <a:defRPr/>
              </a:pPr>
              <a:t>‹Nº›</a:t>
            </a:fld>
            <a:endParaRPr lang="en-US" altLang="es-CL"/>
          </a:p>
        </p:txBody>
      </p:sp>
    </p:spTree>
    <p:extLst>
      <p:ext uri="{BB962C8B-B14F-4D97-AF65-F5344CB8AC3E}">
        <p14:creationId xmlns:p14="http://schemas.microsoft.com/office/powerpoint/2010/main" val="2491857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5" name="Rectangle 13">
            <a:extLst>
              <a:ext uri="{FF2B5EF4-FFF2-40B4-BE49-F238E27FC236}">
                <a16:creationId xmlns:a16="http://schemas.microsoft.com/office/drawing/2014/main" id="{549C418D-E418-ED8E-530D-05BBDB2E4A6C}"/>
              </a:ext>
            </a:extLst>
          </p:cNvPr>
          <p:cNvSpPr/>
          <p:nvPr/>
        </p:nvSpPr>
        <p:spPr>
          <a:xfrm>
            <a:off x="6765925" y="173038"/>
            <a:ext cx="2193925" cy="6511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10">
            <a:extLst>
              <a:ext uri="{FF2B5EF4-FFF2-40B4-BE49-F238E27FC236}">
                <a16:creationId xmlns:a16="http://schemas.microsoft.com/office/drawing/2014/main" id="{D299DC9A-E9EA-5ECD-FB7E-F48F5C67884E}"/>
              </a:ext>
            </a:extLst>
          </p:cNvPr>
          <p:cNvSpPr/>
          <p:nvPr/>
        </p:nvSpPr>
        <p:spPr>
          <a:xfrm>
            <a:off x="6867525" y="274638"/>
            <a:ext cx="1989138" cy="6308725"/>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603504"/>
            <a:ext cx="1824228" cy="1645920"/>
          </a:xfrm>
        </p:spPr>
        <p:txBody>
          <a:bodyPr anchor="b">
            <a:noAutofit/>
          </a:bodyPr>
          <a:lstStyle>
            <a:lvl1pPr algn="l">
              <a:defRPr sz="2400" b="0">
                <a:solidFill>
                  <a:srgbClr val="FFFFFF"/>
                </a:solidFill>
                <a:latin typeface="+mj-lt"/>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71449" y="173736"/>
            <a:ext cx="6398514" cy="6510528"/>
          </a:xfrm>
          <a:solidFill>
            <a:schemeClr val="accent1">
              <a:lumMod val="60000"/>
              <a:lumOff val="40000"/>
            </a:schemeClr>
          </a:solidFill>
          <a:ln>
            <a:noFill/>
          </a:ln>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a:t>Haga clic en el icono para agregar una imagen</a:t>
            </a:r>
            <a:endParaRPr lang="en-US" noProof="0" dirty="0"/>
          </a:p>
        </p:txBody>
      </p:sp>
      <p:sp>
        <p:nvSpPr>
          <p:cNvPr id="4" name="Text Placeholder 3"/>
          <p:cNvSpPr>
            <a:spLocks noGrp="1"/>
          </p:cNvSpPr>
          <p:nvPr>
            <p:ph type="body" sz="half" idx="2"/>
          </p:nvPr>
        </p:nvSpPr>
        <p:spPr>
          <a:xfrm>
            <a:off x="6972300" y="2286000"/>
            <a:ext cx="1824228" cy="3502152"/>
          </a:xfrm>
        </p:spPr>
        <p:txBody>
          <a:bodyPr>
            <a:normAutofit/>
          </a:bodyPr>
          <a:lstStyle>
            <a:lvl1pPr marL="0" indent="0" algn="l">
              <a:lnSpc>
                <a:spcPct val="110000"/>
              </a:lnSpc>
              <a:spcBef>
                <a:spcPts val="800"/>
              </a:spcBef>
              <a:buNone/>
              <a:defRPr sz="13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a:extLst>
              <a:ext uri="{FF2B5EF4-FFF2-40B4-BE49-F238E27FC236}">
                <a16:creationId xmlns:a16="http://schemas.microsoft.com/office/drawing/2014/main" id="{A92D795F-F6BD-3CC2-7F23-AC040A6BA6DB}"/>
              </a:ext>
            </a:extLst>
          </p:cNvPr>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pPr>
              <a:defRPr/>
            </a:pPr>
            <a:endParaRPr lang="en-US"/>
          </a:p>
        </p:txBody>
      </p:sp>
      <p:sp>
        <p:nvSpPr>
          <p:cNvPr id="8" name="Footer Placeholder 5">
            <a:extLst>
              <a:ext uri="{FF2B5EF4-FFF2-40B4-BE49-F238E27FC236}">
                <a16:creationId xmlns:a16="http://schemas.microsoft.com/office/drawing/2014/main" id="{DFBCC14B-C02B-9C87-D2F1-1537B01D1CDA}"/>
              </a:ext>
            </a:extLst>
          </p:cNvPr>
          <p:cNvSpPr>
            <a:spLocks noGrp="1"/>
          </p:cNvSpPr>
          <p:nvPr>
            <p:ph type="ftr" sz="quarter" idx="11"/>
          </p:nvPr>
        </p:nvSpPr>
        <p:spPr/>
        <p:txBody>
          <a:bodyPr/>
          <a:lstStyle>
            <a:lvl1pPr marL="0" algn="r" defTabSz="914400" rtl="0" eaLnBrk="1" latinLnBrk="0" hangingPunct="1">
              <a:defRPr lang="en-US" sz="900" kern="1200">
                <a:solidFill>
                  <a:srgbClr val="FFFFFF"/>
                </a:solidFill>
                <a:effectLst>
                  <a:outerShdw blurRad="12700" dist="6350" dir="2700000" algn="tl" rotWithShape="0">
                    <a:prstClr val="black">
                      <a:alpha val="40000"/>
                    </a:prstClr>
                  </a:outerShdw>
                </a:effectLst>
                <a:latin typeface="+mn-lt"/>
                <a:ea typeface="+mn-ea"/>
                <a:cs typeface="+mn-cs"/>
              </a:defRPr>
            </a:lvl1pPr>
          </a:lstStyle>
          <a:p>
            <a:pPr>
              <a:defRPr/>
            </a:pPr>
            <a:endParaRPr/>
          </a:p>
        </p:txBody>
      </p:sp>
      <p:sp>
        <p:nvSpPr>
          <p:cNvPr id="9" name="Slide Number Placeholder 6">
            <a:extLst>
              <a:ext uri="{FF2B5EF4-FFF2-40B4-BE49-F238E27FC236}">
                <a16:creationId xmlns:a16="http://schemas.microsoft.com/office/drawing/2014/main" id="{903188D5-6E86-865F-A1F9-0083F315E117}"/>
              </a:ext>
            </a:extLst>
          </p:cNvPr>
          <p:cNvSpPr>
            <a:spLocks noGrp="1"/>
          </p:cNvSpPr>
          <p:nvPr>
            <p:ph type="sldNum" sz="quarter" idx="12"/>
          </p:nvPr>
        </p:nvSpPr>
        <p:spPr>
          <a:xfrm>
            <a:off x="7797800" y="6308725"/>
            <a:ext cx="1096963" cy="274638"/>
          </a:xfrm>
        </p:spPr>
        <p:txBody>
          <a:bodyPr/>
          <a:lstStyle>
            <a:lvl1pPr>
              <a:defRPr>
                <a:solidFill>
                  <a:srgbClr val="FFFFFF"/>
                </a:solidFill>
              </a:defRPr>
            </a:lvl1pPr>
          </a:lstStyle>
          <a:p>
            <a:pPr>
              <a:defRPr/>
            </a:pPr>
            <a:fld id="{85F6E47D-4574-4C45-8597-5C26EA98CF0D}" type="slidenum">
              <a:rPr lang="en-US" altLang="es-CL"/>
              <a:pPr>
                <a:defRPr/>
              </a:pPr>
              <a:t>‹Nº›</a:t>
            </a:fld>
            <a:endParaRPr lang="en-US" altLang="es-CL"/>
          </a:p>
        </p:txBody>
      </p:sp>
    </p:spTree>
    <p:extLst>
      <p:ext uri="{BB962C8B-B14F-4D97-AF65-F5344CB8AC3E}">
        <p14:creationId xmlns:p14="http://schemas.microsoft.com/office/powerpoint/2010/main" val="4046509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a:extLst>
              <a:ext uri="{FF2B5EF4-FFF2-40B4-BE49-F238E27FC236}">
                <a16:creationId xmlns:a16="http://schemas.microsoft.com/office/drawing/2014/main" id="{E8ABC060-3E3D-73EE-698E-CAC460668A10}"/>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2AF086DA-540E-495D-9C3F-EB25796ADC4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79CD13C-84BB-ACF9-6575-3EA0774BA3A8}"/>
              </a:ext>
            </a:extLst>
          </p:cNvPr>
          <p:cNvSpPr>
            <a:spLocks noGrp="1"/>
          </p:cNvSpPr>
          <p:nvPr>
            <p:ph type="sldNum" sz="quarter" idx="12"/>
          </p:nvPr>
        </p:nvSpPr>
        <p:spPr/>
        <p:txBody>
          <a:bodyPr/>
          <a:lstStyle>
            <a:lvl1pPr>
              <a:defRPr/>
            </a:lvl1pPr>
          </a:lstStyle>
          <a:p>
            <a:pPr>
              <a:defRPr/>
            </a:pPr>
            <a:fld id="{5BF3B80E-3381-4A9B-9831-ABEA0FFF4729}" type="slidenum">
              <a:rPr lang="en-US" altLang="es-CL"/>
              <a:pPr>
                <a:defRPr/>
              </a:pPr>
              <a:t>‹Nº›</a:t>
            </a:fld>
            <a:endParaRPr lang="en-US" altLang="es-CL"/>
          </a:p>
        </p:txBody>
      </p:sp>
    </p:spTree>
    <p:extLst>
      <p:ext uri="{BB962C8B-B14F-4D97-AF65-F5344CB8AC3E}">
        <p14:creationId xmlns:p14="http://schemas.microsoft.com/office/powerpoint/2010/main" val="28163391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762000"/>
            <a:ext cx="1771650" cy="52578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762000"/>
            <a:ext cx="6057900" cy="525780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a:extLst>
              <a:ext uri="{FF2B5EF4-FFF2-40B4-BE49-F238E27FC236}">
                <a16:creationId xmlns:a16="http://schemas.microsoft.com/office/drawing/2014/main" id="{9B7F32EA-359D-F479-EDF2-E7E8E1DD33AE}"/>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89379FD9-FA01-684A-FA4A-9E6D5523078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58BC654-B089-79D8-B050-C56301843740}"/>
              </a:ext>
            </a:extLst>
          </p:cNvPr>
          <p:cNvSpPr>
            <a:spLocks noGrp="1"/>
          </p:cNvSpPr>
          <p:nvPr>
            <p:ph type="sldNum" sz="quarter" idx="12"/>
          </p:nvPr>
        </p:nvSpPr>
        <p:spPr/>
        <p:txBody>
          <a:bodyPr/>
          <a:lstStyle>
            <a:lvl1pPr>
              <a:defRPr/>
            </a:lvl1pPr>
          </a:lstStyle>
          <a:p>
            <a:pPr>
              <a:defRPr/>
            </a:pPr>
            <a:fld id="{73A9A7C5-583E-4D82-8FBF-76B1811BD73C}" type="slidenum">
              <a:rPr lang="en-US" altLang="es-CL"/>
              <a:pPr>
                <a:defRPr/>
              </a:pPr>
              <a:t>‹Nº›</a:t>
            </a:fld>
            <a:endParaRPr lang="en-US" altLang="es-CL"/>
          </a:p>
        </p:txBody>
      </p:sp>
    </p:spTree>
    <p:extLst>
      <p:ext uri="{BB962C8B-B14F-4D97-AF65-F5344CB8AC3E}">
        <p14:creationId xmlns:p14="http://schemas.microsoft.com/office/powerpoint/2010/main" val="325230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71ABA91-54F5-C3FD-013D-446C72D7BE4D}"/>
              </a:ext>
            </a:extLst>
          </p:cNvPr>
          <p:cNvSpPr/>
          <p:nvPr/>
        </p:nvSpPr>
        <p:spPr>
          <a:xfrm>
            <a:off x="176022" y="173736"/>
            <a:ext cx="8791956" cy="6510528"/>
          </a:xfrm>
          <a:prstGeom prst="rect">
            <a:avLst/>
          </a:prstGeom>
          <a:solidFill>
            <a:schemeClr val="bg2"/>
          </a:solidFill>
          <a:ln w="6350" cap="flat" cmpd="sng" algn="ctr">
            <a:noFill/>
            <a:prstDash val="solid"/>
          </a:ln>
          <a:effectLst>
            <a:softEdge rad="0"/>
          </a:effectLst>
        </p:spPr>
        <p:txBody>
          <a:bodyPr/>
          <a:lstStyle/>
          <a:p>
            <a:endParaRPr lang="es-CL"/>
          </a:p>
        </p:txBody>
      </p:sp>
      <p:sp>
        <p:nvSpPr>
          <p:cNvPr id="1029" name="Title Placeholder 1">
            <a:extLst>
              <a:ext uri="{FF2B5EF4-FFF2-40B4-BE49-F238E27FC236}">
                <a16:creationId xmlns:a16="http://schemas.microsoft.com/office/drawing/2014/main" id="{2C17948A-6DC7-CC10-556E-7368FC50160C}"/>
              </a:ext>
            </a:extLst>
          </p:cNvPr>
          <p:cNvSpPr>
            <a:spLocks noGrp="1" noChangeArrowheads="1"/>
          </p:cNvSpPr>
          <p:nvPr>
            <p:ph type="title"/>
          </p:nvPr>
        </p:nvSpPr>
        <p:spPr bwMode="auto">
          <a:xfrm>
            <a:off x="731838" y="642938"/>
            <a:ext cx="768032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s-CL"/>
              <a:t>Haga clic para modificar el estilo de título del patrón</a:t>
            </a:r>
            <a:endParaRPr lang="en-US" altLang="es-CL"/>
          </a:p>
        </p:txBody>
      </p:sp>
      <p:sp>
        <p:nvSpPr>
          <p:cNvPr id="1030" name="Text Placeholder 2">
            <a:extLst>
              <a:ext uri="{FF2B5EF4-FFF2-40B4-BE49-F238E27FC236}">
                <a16:creationId xmlns:a16="http://schemas.microsoft.com/office/drawing/2014/main" id="{0845D175-C2F5-AE3F-DA7F-7011B356EB85}"/>
              </a:ext>
            </a:extLst>
          </p:cNvPr>
          <p:cNvSpPr>
            <a:spLocks noGrp="1" noChangeArrowheads="1"/>
          </p:cNvSpPr>
          <p:nvPr>
            <p:ph type="body" idx="1"/>
          </p:nvPr>
        </p:nvSpPr>
        <p:spPr bwMode="auto">
          <a:xfrm>
            <a:off x="731838" y="2103438"/>
            <a:ext cx="7680325" cy="393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s-CL"/>
              <a:t>Haga clic para modificar los estilos de texto del patrón</a:t>
            </a:r>
          </a:p>
          <a:p>
            <a:pPr lvl="1"/>
            <a:r>
              <a:rPr lang="es-ES" altLang="es-CL"/>
              <a:t>Segundo nivel</a:t>
            </a:r>
          </a:p>
          <a:p>
            <a:pPr lvl="2"/>
            <a:r>
              <a:rPr lang="es-ES" altLang="es-CL"/>
              <a:t>Tercer nivel</a:t>
            </a:r>
          </a:p>
          <a:p>
            <a:pPr lvl="3"/>
            <a:r>
              <a:rPr lang="es-ES" altLang="es-CL"/>
              <a:t>Cuarto nivel</a:t>
            </a:r>
          </a:p>
          <a:p>
            <a:pPr lvl="4"/>
            <a:r>
              <a:rPr lang="es-ES" altLang="es-CL"/>
              <a:t>Quinto nivel</a:t>
            </a:r>
            <a:endParaRPr lang="en-US" altLang="es-CL"/>
          </a:p>
        </p:txBody>
      </p:sp>
      <p:sp>
        <p:nvSpPr>
          <p:cNvPr id="4" name="Date Placeholder 3">
            <a:extLst>
              <a:ext uri="{FF2B5EF4-FFF2-40B4-BE49-F238E27FC236}">
                <a16:creationId xmlns:a16="http://schemas.microsoft.com/office/drawing/2014/main" id="{EA90ABBC-3910-B23E-9671-27707FCB0CDF}"/>
              </a:ext>
            </a:extLst>
          </p:cNvPr>
          <p:cNvSpPr>
            <a:spLocks noGrp="1"/>
          </p:cNvSpPr>
          <p:nvPr>
            <p:ph type="dt" sz="half" idx="2"/>
          </p:nvPr>
        </p:nvSpPr>
        <p:spPr>
          <a:xfrm>
            <a:off x="234950" y="6308725"/>
            <a:ext cx="2057400" cy="274638"/>
          </a:xfrm>
          <a:prstGeom prst="rect">
            <a:avLst/>
          </a:prstGeom>
        </p:spPr>
        <p:txBody>
          <a:bodyPr vert="horz" lIns="91440" tIns="45720" rIns="91440" bIns="45720" rtlCol="0" anchor="b"/>
          <a:lstStyle>
            <a:lvl1pPr algn="l" eaLnBrk="1" fontAlgn="auto" hangingPunct="1">
              <a:spcBef>
                <a:spcPts val="0"/>
              </a:spcBef>
              <a:spcAft>
                <a:spcPts val="0"/>
              </a:spcAft>
              <a:defRPr sz="900">
                <a:solidFill>
                  <a:schemeClr val="tx1">
                    <a:lumMod val="75000"/>
                    <a:lumOff val="25000"/>
                  </a:schemeClr>
                </a:solidFill>
                <a:latin typeface="+mn-lt"/>
              </a:defRPr>
            </a:lvl1pPr>
          </a:lstStyle>
          <a:p>
            <a:pPr>
              <a:defRPr/>
            </a:pPr>
            <a:endParaRPr lang="en-US"/>
          </a:p>
        </p:txBody>
      </p:sp>
      <p:sp>
        <p:nvSpPr>
          <p:cNvPr id="5" name="Footer Placeholder 4">
            <a:extLst>
              <a:ext uri="{FF2B5EF4-FFF2-40B4-BE49-F238E27FC236}">
                <a16:creationId xmlns:a16="http://schemas.microsoft.com/office/drawing/2014/main" id="{DFF425DE-E34B-C8B3-3097-AD41F8C3C591}"/>
              </a:ext>
            </a:extLst>
          </p:cNvPr>
          <p:cNvSpPr>
            <a:spLocks noGrp="1"/>
          </p:cNvSpPr>
          <p:nvPr>
            <p:ph type="ftr" sz="quarter" idx="3"/>
          </p:nvPr>
        </p:nvSpPr>
        <p:spPr>
          <a:xfrm>
            <a:off x="2597150" y="6308725"/>
            <a:ext cx="3949700" cy="274638"/>
          </a:xfrm>
          <a:prstGeom prst="rect">
            <a:avLst/>
          </a:prstGeom>
        </p:spPr>
        <p:txBody>
          <a:bodyPr vert="horz" lIns="91440" tIns="45720" rIns="91440" bIns="45720" rtlCol="0" anchor="b"/>
          <a:lstStyle>
            <a:lvl1pPr algn="ctr" eaLnBrk="1" fontAlgn="auto" hangingPunct="1">
              <a:spcBef>
                <a:spcPts val="0"/>
              </a:spcBef>
              <a:spcAft>
                <a:spcPts val="0"/>
              </a:spcAft>
              <a:defRPr sz="900">
                <a:solidFill>
                  <a:schemeClr val="tx1">
                    <a:lumMod val="75000"/>
                    <a:lumOff val="2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53B7FF4B-04B1-9CE6-3B40-2AD0FAD3F731}"/>
              </a:ext>
            </a:extLst>
          </p:cNvPr>
          <p:cNvSpPr>
            <a:spLocks noGrp="1"/>
          </p:cNvSpPr>
          <p:nvPr>
            <p:ph type="sldNum" sz="quarter" idx="4"/>
          </p:nvPr>
        </p:nvSpPr>
        <p:spPr>
          <a:xfrm>
            <a:off x="7823200" y="6308725"/>
            <a:ext cx="1096963" cy="274638"/>
          </a:xfrm>
          <a:prstGeom prst="rect">
            <a:avLst/>
          </a:prstGeom>
        </p:spPr>
        <p:txBody>
          <a:bodyPr vert="horz" lIns="91440" tIns="45720" rIns="91440" bIns="45720" rtlCol="0" anchor="b"/>
          <a:lstStyle>
            <a:lvl1pPr algn="r" eaLnBrk="1" fontAlgn="auto" hangingPunct="1">
              <a:spcBef>
                <a:spcPts val="0"/>
              </a:spcBef>
              <a:spcAft>
                <a:spcPts val="0"/>
              </a:spcAft>
              <a:defRPr sz="900">
                <a:solidFill>
                  <a:schemeClr val="tx1">
                    <a:lumMod val="75000"/>
                    <a:lumOff val="25000"/>
                  </a:schemeClr>
                </a:solidFill>
                <a:latin typeface="+mn-lt"/>
              </a:defRPr>
            </a:lvl1pPr>
          </a:lstStyle>
          <a:p>
            <a:pPr>
              <a:defRPr/>
            </a:pPr>
            <a:fld id="{712CBD0A-4F81-4C32-A8D4-DA55307CA155}" type="slidenum">
              <a:rPr lang="en-US" altLang="es-CL"/>
              <a:pPr>
                <a:defRPr/>
              </a:pPr>
              <a:t>‹Nº›</a:t>
            </a:fld>
            <a:endParaRPr lang="en-US" altLang="es-CL"/>
          </a:p>
        </p:txBody>
      </p:sp>
    </p:spTree>
  </p:cSld>
  <p:clrMap bg1="lt1" tx1="dk1" bg2="lt2" tx2="dk2" accent1="accent1" accent2="accent2" accent3="accent3" accent4="accent4" accent5="accent5" accent6="accent6" hlink="hlink" folHlink="folHlink"/>
  <p:sldLayoutIdLst>
    <p:sldLayoutId id="2147484533" r:id="rId1"/>
    <p:sldLayoutId id="2147484526" r:id="rId2"/>
    <p:sldLayoutId id="2147484534" r:id="rId3"/>
    <p:sldLayoutId id="2147484527" r:id="rId4"/>
    <p:sldLayoutId id="2147484528" r:id="rId5"/>
    <p:sldLayoutId id="2147484529" r:id="rId6"/>
    <p:sldLayoutId id="2147484530" r:id="rId7"/>
    <p:sldLayoutId id="2147484535" r:id="rId8"/>
    <p:sldLayoutId id="2147484536" r:id="rId9"/>
    <p:sldLayoutId id="2147484531" r:id="rId10"/>
    <p:sldLayoutId id="2147484532" r:id="rId11"/>
  </p:sldLayoutIdLst>
  <p:txStyles>
    <p:titleStyle>
      <a:lvl1pPr algn="l" rtl="0" eaLnBrk="0" fontAlgn="base" hangingPunct="0">
        <a:lnSpc>
          <a:spcPct val="90000"/>
        </a:lnSpc>
        <a:spcBef>
          <a:spcPct val="0"/>
        </a:spcBef>
        <a:spcAft>
          <a:spcPct val="0"/>
        </a:spcAft>
        <a:defRPr lang="en-US" sz="4000" kern="1200" dirty="0">
          <a:solidFill>
            <a:srgbClr val="262626"/>
          </a:solidFill>
          <a:latin typeface="+mj-lt"/>
          <a:ea typeface="+mn-ea"/>
          <a:cs typeface="+mn-cs"/>
        </a:defRPr>
      </a:lvl1pPr>
      <a:lvl2pPr algn="l" rtl="0" eaLnBrk="0" fontAlgn="base" hangingPunct="0">
        <a:lnSpc>
          <a:spcPct val="90000"/>
        </a:lnSpc>
        <a:spcBef>
          <a:spcPct val="0"/>
        </a:spcBef>
        <a:spcAft>
          <a:spcPct val="0"/>
        </a:spcAft>
        <a:defRPr sz="4000">
          <a:solidFill>
            <a:srgbClr val="262626"/>
          </a:solidFill>
          <a:latin typeface="Century Gothic" panose="020B0502020202020204" pitchFamily="34" charset="0"/>
        </a:defRPr>
      </a:lvl2pPr>
      <a:lvl3pPr algn="l" rtl="0" eaLnBrk="0" fontAlgn="base" hangingPunct="0">
        <a:lnSpc>
          <a:spcPct val="90000"/>
        </a:lnSpc>
        <a:spcBef>
          <a:spcPct val="0"/>
        </a:spcBef>
        <a:spcAft>
          <a:spcPct val="0"/>
        </a:spcAft>
        <a:defRPr sz="4000">
          <a:solidFill>
            <a:srgbClr val="262626"/>
          </a:solidFill>
          <a:latin typeface="Century Gothic" panose="020B0502020202020204" pitchFamily="34" charset="0"/>
        </a:defRPr>
      </a:lvl3pPr>
      <a:lvl4pPr algn="l" rtl="0" eaLnBrk="0" fontAlgn="base" hangingPunct="0">
        <a:lnSpc>
          <a:spcPct val="90000"/>
        </a:lnSpc>
        <a:spcBef>
          <a:spcPct val="0"/>
        </a:spcBef>
        <a:spcAft>
          <a:spcPct val="0"/>
        </a:spcAft>
        <a:defRPr sz="4000">
          <a:solidFill>
            <a:srgbClr val="262626"/>
          </a:solidFill>
          <a:latin typeface="Century Gothic" panose="020B0502020202020204" pitchFamily="34" charset="0"/>
        </a:defRPr>
      </a:lvl4pPr>
      <a:lvl5pPr algn="l" rtl="0" eaLnBrk="0" fontAlgn="base" hangingPunct="0">
        <a:lnSpc>
          <a:spcPct val="90000"/>
        </a:lnSpc>
        <a:spcBef>
          <a:spcPct val="0"/>
        </a:spcBef>
        <a:spcAft>
          <a:spcPct val="0"/>
        </a:spcAft>
        <a:defRPr sz="4000">
          <a:solidFill>
            <a:srgbClr val="262626"/>
          </a:solidFill>
          <a:latin typeface="Century Gothic" panose="020B0502020202020204" pitchFamily="34" charset="0"/>
        </a:defRPr>
      </a:lvl5pPr>
      <a:lvl6pPr marL="457200" algn="l" rtl="0" fontAlgn="base">
        <a:lnSpc>
          <a:spcPct val="90000"/>
        </a:lnSpc>
        <a:spcBef>
          <a:spcPct val="0"/>
        </a:spcBef>
        <a:spcAft>
          <a:spcPct val="0"/>
        </a:spcAft>
        <a:defRPr sz="4000">
          <a:solidFill>
            <a:srgbClr val="262626"/>
          </a:solidFill>
          <a:latin typeface="Century Gothic" panose="020B0502020202020204" pitchFamily="34" charset="0"/>
        </a:defRPr>
      </a:lvl6pPr>
      <a:lvl7pPr marL="914400" algn="l" rtl="0" fontAlgn="base">
        <a:lnSpc>
          <a:spcPct val="90000"/>
        </a:lnSpc>
        <a:spcBef>
          <a:spcPct val="0"/>
        </a:spcBef>
        <a:spcAft>
          <a:spcPct val="0"/>
        </a:spcAft>
        <a:defRPr sz="4000">
          <a:solidFill>
            <a:srgbClr val="262626"/>
          </a:solidFill>
          <a:latin typeface="Century Gothic" panose="020B0502020202020204" pitchFamily="34" charset="0"/>
        </a:defRPr>
      </a:lvl7pPr>
      <a:lvl8pPr marL="1371600" algn="l" rtl="0" fontAlgn="base">
        <a:lnSpc>
          <a:spcPct val="90000"/>
        </a:lnSpc>
        <a:spcBef>
          <a:spcPct val="0"/>
        </a:spcBef>
        <a:spcAft>
          <a:spcPct val="0"/>
        </a:spcAft>
        <a:defRPr sz="4000">
          <a:solidFill>
            <a:srgbClr val="262626"/>
          </a:solidFill>
          <a:latin typeface="Century Gothic" panose="020B0502020202020204" pitchFamily="34" charset="0"/>
        </a:defRPr>
      </a:lvl8pPr>
      <a:lvl9pPr marL="1828800" algn="l" rtl="0" fontAlgn="base">
        <a:lnSpc>
          <a:spcPct val="90000"/>
        </a:lnSpc>
        <a:spcBef>
          <a:spcPct val="0"/>
        </a:spcBef>
        <a:spcAft>
          <a:spcPct val="0"/>
        </a:spcAft>
        <a:defRPr sz="4000">
          <a:solidFill>
            <a:srgbClr val="262626"/>
          </a:solidFill>
          <a:latin typeface="Century Gothic" panose="020B0502020202020204" pitchFamily="34" charset="0"/>
        </a:defRPr>
      </a:lvl9pPr>
    </p:titleStyle>
    <p:bodyStyle>
      <a:lvl1pPr marL="182563" indent="-182563" algn="l" rtl="0" eaLnBrk="0" fontAlgn="base" hangingPunct="0">
        <a:spcBef>
          <a:spcPts val="900"/>
        </a:spcBef>
        <a:spcAft>
          <a:spcPct val="0"/>
        </a:spcAft>
        <a:buClr>
          <a:srgbClr val="262626"/>
        </a:buClr>
        <a:buFont typeface="Garamond" panose="02020404030301010803" pitchFamily="18" charset="0"/>
        <a:buChar char="◦"/>
        <a:defRPr kern="1200">
          <a:solidFill>
            <a:schemeClr val="tx1"/>
          </a:solidFill>
          <a:latin typeface="+mn-lt"/>
          <a:ea typeface="+mn-ea"/>
          <a:cs typeface="+mn-cs"/>
        </a:defRPr>
      </a:lvl1pPr>
      <a:lvl2pPr marL="457200" indent="-182563" algn="l" rtl="0" eaLnBrk="0" fontAlgn="base" hangingPunct="0">
        <a:spcBef>
          <a:spcPts val="500"/>
        </a:spcBef>
        <a:spcAft>
          <a:spcPct val="0"/>
        </a:spcAft>
        <a:buClr>
          <a:srgbClr val="262626"/>
        </a:buClr>
        <a:buFont typeface="Garamond" panose="02020404030301010803" pitchFamily="18" charset="0"/>
        <a:buChar char="◦"/>
        <a:defRPr sz="1600" kern="1200">
          <a:solidFill>
            <a:schemeClr val="tx1"/>
          </a:solidFill>
          <a:latin typeface="+mn-lt"/>
          <a:ea typeface="+mn-ea"/>
          <a:cs typeface="+mn-cs"/>
        </a:defRPr>
      </a:lvl2pPr>
      <a:lvl3pPr marL="730250" indent="-182563" algn="l" rtl="0" eaLnBrk="0" fontAlgn="base" hangingPunct="0">
        <a:spcBef>
          <a:spcPts val="500"/>
        </a:spcBef>
        <a:spcAft>
          <a:spcPct val="0"/>
        </a:spcAft>
        <a:buClr>
          <a:srgbClr val="262626"/>
        </a:buClr>
        <a:buFont typeface="Garamond" panose="02020404030301010803" pitchFamily="18" charset="0"/>
        <a:buChar char="◦"/>
        <a:defRPr sz="1400" kern="1200">
          <a:solidFill>
            <a:schemeClr val="tx1"/>
          </a:solidFill>
          <a:latin typeface="+mn-lt"/>
          <a:ea typeface="+mn-ea"/>
          <a:cs typeface="+mn-cs"/>
        </a:defRPr>
      </a:lvl3pPr>
      <a:lvl4pPr marL="1004888" indent="-182563" algn="l" rtl="0" eaLnBrk="0" fontAlgn="base" hangingPunct="0">
        <a:spcBef>
          <a:spcPts val="500"/>
        </a:spcBef>
        <a:spcAft>
          <a:spcPct val="0"/>
        </a:spcAft>
        <a:buClr>
          <a:srgbClr val="262626"/>
        </a:buClr>
        <a:buFont typeface="Garamond" panose="02020404030301010803" pitchFamily="18" charset="0"/>
        <a:buChar char="◦"/>
        <a:defRPr sz="1400" kern="1200">
          <a:solidFill>
            <a:schemeClr val="tx1"/>
          </a:solidFill>
          <a:latin typeface="+mn-lt"/>
          <a:ea typeface="+mn-ea"/>
          <a:cs typeface="+mn-cs"/>
        </a:defRPr>
      </a:lvl4pPr>
      <a:lvl5pPr marL="1279525" indent="-182563" algn="l" rtl="0" eaLnBrk="0" fontAlgn="base" hangingPunct="0">
        <a:spcBef>
          <a:spcPts val="500"/>
        </a:spcBef>
        <a:spcAft>
          <a:spcPct val="0"/>
        </a:spcAft>
        <a:buClr>
          <a:srgbClr val="262626"/>
        </a:buClr>
        <a:buFont typeface="Garamond" panose="02020404030301010803"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youtube.com/watch?v=0mRt2moXGjw"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2 Subtítulo">
            <a:extLst>
              <a:ext uri="{FF2B5EF4-FFF2-40B4-BE49-F238E27FC236}">
                <a16:creationId xmlns:a16="http://schemas.microsoft.com/office/drawing/2014/main" id="{28F730DC-CC59-2A07-E494-410BD1952ADA}"/>
              </a:ext>
            </a:extLst>
          </p:cNvPr>
          <p:cNvSpPr>
            <a:spLocks noGrp="1"/>
          </p:cNvSpPr>
          <p:nvPr/>
        </p:nvSpPr>
        <p:spPr bwMode="auto">
          <a:xfrm>
            <a:off x="755576" y="5733256"/>
            <a:ext cx="7848872" cy="718765"/>
          </a:xfrm>
          <a:prstGeom prst="rect">
            <a:avLst/>
          </a:prstGeom>
          <a:ln/>
        </p:spPr>
        <p:style>
          <a:lnRef idx="2">
            <a:schemeClr val="accent1"/>
          </a:lnRef>
          <a:fillRef idx="1">
            <a:schemeClr val="lt1"/>
          </a:fillRef>
          <a:effectRef idx="0">
            <a:schemeClr val="accent1"/>
          </a:effectRef>
          <a:fontRef idx="minor">
            <a:schemeClr val="dk1"/>
          </a:fontRef>
        </p:style>
        <p:txBody>
          <a:bodyPr lIns="45720" tIns="0" rIns="45720" bIns="0"/>
          <a:lstStyle>
            <a:lvl1pPr marL="0" indent="0" algn="r" rtl="0" eaLnBrk="0" fontAlgn="base" hangingPunct="0">
              <a:spcBef>
                <a:spcPts val="600"/>
              </a:spcBef>
              <a:spcAft>
                <a:spcPct val="0"/>
              </a:spcAft>
              <a:buClr>
                <a:schemeClr val="tx2"/>
              </a:buClr>
              <a:buSzPct val="73000"/>
              <a:buFont typeface="Wingdings 2" panose="05020102010507070707" pitchFamily="18" charset="2"/>
              <a:buNone/>
              <a:defRPr sz="2200" kern="1200">
                <a:solidFill>
                  <a:srgbClr val="FFFFFF"/>
                </a:solidFill>
                <a:effectLst/>
                <a:latin typeface="+mn-lt"/>
                <a:ea typeface="+mn-ea"/>
                <a:cs typeface="+mn-cs"/>
              </a:defRPr>
            </a:lvl1pPr>
            <a:lvl2pPr marL="457200" indent="0" algn="ctr" rtl="0" eaLnBrk="0" fontAlgn="base" hangingPunct="0">
              <a:spcBef>
                <a:spcPts val="500"/>
              </a:spcBef>
              <a:spcAft>
                <a:spcPct val="0"/>
              </a:spcAft>
              <a:buClr>
                <a:srgbClr val="F9B639"/>
              </a:buClr>
              <a:buSzPct val="80000"/>
              <a:buFont typeface="Wingdings 2" panose="05020102010507070707" pitchFamily="18" charset="2"/>
              <a:buNone/>
              <a:defRPr sz="2300" kern="1200">
                <a:solidFill>
                  <a:srgbClr val="6C6C6C"/>
                </a:solidFill>
                <a:latin typeface="+mn-lt"/>
                <a:ea typeface="+mn-ea"/>
                <a:cs typeface="+mn-cs"/>
              </a:defRPr>
            </a:lvl2pPr>
            <a:lvl3pPr marL="914400" indent="0" algn="ctr" rtl="0" eaLnBrk="0" fontAlgn="base" hangingPunct="0">
              <a:spcBef>
                <a:spcPts val="400"/>
              </a:spcBef>
              <a:spcAft>
                <a:spcPct val="0"/>
              </a:spcAft>
              <a:buClr>
                <a:srgbClr val="F9B639"/>
              </a:buClr>
              <a:buSzPct val="60000"/>
              <a:buFont typeface="Wingdings" panose="05000000000000000000" pitchFamily="2" charset="2"/>
              <a:buNone/>
              <a:defRPr sz="2000" kern="1200">
                <a:solidFill>
                  <a:schemeClr val="tx1"/>
                </a:solidFill>
                <a:latin typeface="+mn-lt"/>
                <a:ea typeface="+mn-ea"/>
                <a:cs typeface="+mn-cs"/>
              </a:defRPr>
            </a:lvl3pPr>
            <a:lvl4pPr marL="1371600" indent="0" algn="ctr" rtl="0" eaLnBrk="0" fontAlgn="base" hangingPunct="0">
              <a:spcBef>
                <a:spcPct val="20000"/>
              </a:spcBef>
              <a:spcAft>
                <a:spcPct val="0"/>
              </a:spcAft>
              <a:buClr>
                <a:srgbClr val="F9B639"/>
              </a:buClr>
              <a:buSzPct val="80000"/>
              <a:buFont typeface="Wingdings 2" panose="05020102010507070707" pitchFamily="18" charset="2"/>
              <a:buNone/>
              <a:defRPr sz="2000" kern="1200">
                <a:solidFill>
                  <a:srgbClr val="6C6C6C"/>
                </a:solidFill>
                <a:latin typeface="+mn-lt"/>
                <a:ea typeface="+mn-ea"/>
                <a:cs typeface="+mn-cs"/>
              </a:defRPr>
            </a:lvl4pPr>
            <a:lvl5pPr marL="1828800" indent="0" algn="ctr" rtl="0" eaLnBrk="0" fontAlgn="base" hangingPunct="0">
              <a:spcBef>
                <a:spcPts val="400"/>
              </a:spcBef>
              <a:spcAft>
                <a:spcPct val="0"/>
              </a:spcAft>
              <a:buClr>
                <a:srgbClr val="F9B639"/>
              </a:buClr>
              <a:buSzPct val="70000"/>
              <a:buFont typeface="Wingdings" panose="05000000000000000000" pitchFamily="2" charset="2"/>
              <a:buNone/>
              <a:defRPr kern="1200">
                <a:solidFill>
                  <a:schemeClr val="tx1"/>
                </a:solidFill>
                <a:latin typeface="+mn-lt"/>
                <a:ea typeface="+mn-ea"/>
                <a:cs typeface="+mn-cs"/>
              </a:defRPr>
            </a:lvl5pPr>
            <a:lvl6pPr marL="2286000" indent="0" algn="ctr" rtl="0" eaLnBrk="1" latinLnBrk="0" hangingPunct="1">
              <a:spcBef>
                <a:spcPts val="400"/>
              </a:spcBef>
              <a:buClr>
                <a:schemeClr val="accent4"/>
              </a:buClr>
              <a:buSzPct val="80000"/>
              <a:buFont typeface="Wingdings 2"/>
              <a:buNone/>
              <a:defRPr kumimoji="0" sz="1800" kern="1200">
                <a:solidFill>
                  <a:schemeClr val="tx1">
                    <a:tint val="85000"/>
                  </a:schemeClr>
                </a:solidFill>
                <a:latin typeface="+mn-lt"/>
                <a:ea typeface="+mn-ea"/>
                <a:cs typeface="+mn-cs"/>
              </a:defRPr>
            </a:lvl6pPr>
            <a:lvl7pPr marL="2743200" indent="0" algn="ctr" rtl="0" eaLnBrk="1" latinLnBrk="0" hangingPunct="1">
              <a:spcBef>
                <a:spcPct val="20000"/>
              </a:spcBef>
              <a:buClr>
                <a:schemeClr val="accent4"/>
              </a:buClr>
              <a:buSzPct val="80000"/>
              <a:buFont typeface="Wingdings 2"/>
              <a:buNone/>
              <a:defRPr kumimoji="0" sz="1600" kern="1200" baseline="0">
                <a:solidFill>
                  <a:schemeClr val="tx1"/>
                </a:solidFill>
                <a:latin typeface="+mn-lt"/>
                <a:ea typeface="+mn-ea"/>
                <a:cs typeface="+mn-cs"/>
              </a:defRPr>
            </a:lvl7pPr>
            <a:lvl8pPr marL="3200400" indent="0" algn="ctr" rtl="0" eaLnBrk="1" latinLnBrk="0" hangingPunct="1">
              <a:spcBef>
                <a:spcPts val="300"/>
              </a:spcBef>
              <a:buClr>
                <a:schemeClr val="accent4"/>
              </a:buClr>
              <a:buSzPct val="100000"/>
              <a:buNone/>
              <a:defRPr kumimoji="0" sz="1600" kern="1200" baseline="0">
                <a:solidFill>
                  <a:schemeClr val="tx1">
                    <a:tint val="85000"/>
                  </a:schemeClr>
                </a:solidFill>
                <a:latin typeface="+mn-lt"/>
                <a:ea typeface="+mn-ea"/>
                <a:cs typeface="+mn-cs"/>
              </a:defRPr>
            </a:lvl8pPr>
            <a:lvl9pPr marL="3657600" indent="0" algn="ctr" rtl="0" eaLnBrk="1" latinLnBrk="0" hangingPunct="1">
              <a:spcBef>
                <a:spcPct val="20000"/>
              </a:spcBef>
              <a:buClr>
                <a:schemeClr val="accent4"/>
              </a:buClr>
              <a:buSzPct val="100000"/>
              <a:buFont typeface="Wingdings"/>
              <a:buNone/>
              <a:defRPr kumimoji="0" sz="1400" kern="1200" baseline="0">
                <a:solidFill>
                  <a:schemeClr val="tx1"/>
                </a:solidFill>
                <a:latin typeface="+mn-lt"/>
                <a:ea typeface="+mn-ea"/>
                <a:cs typeface="+mn-cs"/>
              </a:defRPr>
            </a:lvl9pPr>
            <a:extLst/>
          </a:lstStyle>
          <a:p>
            <a:pPr algn="ctr" eaLnBrk="1" hangingPunct="1">
              <a:buClr>
                <a:srgbClr val="B13F9A"/>
              </a:buClr>
              <a:defRPr/>
            </a:pPr>
            <a:r>
              <a:rPr lang="es-ES" altLang="es-CL" sz="2000" b="1" dirty="0">
                <a:solidFill>
                  <a:schemeClr val="tx1">
                    <a:lumMod val="85000"/>
                  </a:schemeClr>
                </a:solidFill>
                <a:latin typeface="Trebuchet MS"/>
              </a:rPr>
              <a:t>Segundo Nivel de EM - Unidad Uno – Clase 2</a:t>
            </a:r>
          </a:p>
          <a:p>
            <a:pPr algn="ctr" eaLnBrk="1" hangingPunct="1">
              <a:buClr>
                <a:srgbClr val="B13F9A"/>
              </a:buClr>
              <a:defRPr/>
            </a:pPr>
            <a:r>
              <a:rPr lang="es-ES" altLang="es-CL" sz="2000" dirty="0">
                <a:solidFill>
                  <a:schemeClr val="tx1">
                    <a:lumMod val="85000"/>
                  </a:schemeClr>
                </a:solidFill>
                <a:latin typeface="Trebuchet MS"/>
              </a:rPr>
              <a:t>Profesora: Elizabeth Muñoz</a:t>
            </a:r>
            <a:endParaRPr lang="es-CL" altLang="es-CL" sz="2000" dirty="0">
              <a:solidFill>
                <a:schemeClr val="tx1">
                  <a:lumMod val="85000"/>
                </a:schemeClr>
              </a:solidFill>
              <a:latin typeface="Trebuchet MS"/>
            </a:endParaRPr>
          </a:p>
        </p:txBody>
      </p:sp>
      <p:pic>
        <p:nvPicPr>
          <p:cNvPr id="7172" name="object 7">
            <a:extLst>
              <a:ext uri="{FF2B5EF4-FFF2-40B4-BE49-F238E27FC236}">
                <a16:creationId xmlns:a16="http://schemas.microsoft.com/office/drawing/2014/main" id="{CA690B0F-42EE-B7B4-F460-F245685407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9838" y="115888"/>
            <a:ext cx="1533525" cy="153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ítulo 3">
            <a:extLst>
              <a:ext uri="{FF2B5EF4-FFF2-40B4-BE49-F238E27FC236}">
                <a16:creationId xmlns:a16="http://schemas.microsoft.com/office/drawing/2014/main" id="{D7B8E7D1-E8DF-E9DB-A214-8D232B46A268}"/>
              </a:ext>
            </a:extLst>
          </p:cNvPr>
          <p:cNvSpPr>
            <a:spLocks noGrp="1"/>
          </p:cNvSpPr>
          <p:nvPr>
            <p:ph type="ctrTitle"/>
          </p:nvPr>
        </p:nvSpPr>
        <p:spPr>
          <a:xfrm>
            <a:off x="1171575" y="2090738"/>
            <a:ext cx="6800850" cy="2590800"/>
          </a:xfrm>
        </p:spPr>
        <p:txBody>
          <a:bodyPr/>
          <a:lstStyle/>
          <a:p>
            <a:pPr>
              <a:defRPr/>
            </a:pPr>
            <a:r>
              <a:rPr lang="es-CL" sz="4000"/>
              <a:t>LENGUAJE Y COMUNICACIÓN: EL TEXTO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C4C2C24-D55A-E4F4-39E7-3BC3D9AF297A}"/>
              </a:ext>
            </a:extLst>
          </p:cNvPr>
          <p:cNvSpPr>
            <a:spLocks noGrp="1" noChangeArrowheads="1"/>
          </p:cNvSpPr>
          <p:nvPr>
            <p:ph type="title"/>
          </p:nvPr>
        </p:nvSpPr>
        <p:spPr>
          <a:xfrm>
            <a:off x="1033463" y="649288"/>
            <a:ext cx="7067550" cy="647700"/>
          </a:xfrm>
        </p:spPr>
        <p:txBody>
          <a:bodyPr/>
          <a:lstStyle/>
          <a:p>
            <a:pPr algn="ctr" eaLnBrk="1" hangingPunct="1"/>
            <a:r>
              <a:rPr lang="es-ES_tradnl" altLang="es-CL" b="1">
                <a:solidFill>
                  <a:schemeClr val="tx1"/>
                </a:solidFill>
                <a:latin typeface="Arial" panose="020B0604020202020204" pitchFamily="34" charset="0"/>
              </a:rPr>
              <a:t>Objetivos de la clase</a:t>
            </a:r>
          </a:p>
        </p:txBody>
      </p:sp>
      <p:sp>
        <p:nvSpPr>
          <p:cNvPr id="7" name="Text Box 45">
            <a:extLst>
              <a:ext uri="{FF2B5EF4-FFF2-40B4-BE49-F238E27FC236}">
                <a16:creationId xmlns:a16="http://schemas.microsoft.com/office/drawing/2014/main" id="{A65F0CE1-1244-65F9-F469-D9E0BA0133A8}"/>
              </a:ext>
            </a:extLst>
          </p:cNvPr>
          <p:cNvSpPr txBox="1">
            <a:spLocks noChangeArrowheads="1"/>
          </p:cNvSpPr>
          <p:nvPr/>
        </p:nvSpPr>
        <p:spPr bwMode="auto">
          <a:xfrm>
            <a:off x="3419475" y="4641850"/>
            <a:ext cx="2035175" cy="1016000"/>
          </a:xfrm>
          <a:prstGeom prst="rect">
            <a:avLst/>
          </a:prstGeom>
          <a:solidFill>
            <a:srgbClr val="E35757">
              <a:alpha val="85097"/>
            </a:srgbClr>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algn="ctr" eaLnBrk="1" hangingPunct="1"/>
            <a:r>
              <a:rPr lang="es-ES" altLang="es-CL" sz="2000" b="1">
                <a:latin typeface="Arial" panose="020B0604020202020204" pitchFamily="34" charset="0"/>
                <a:ea typeface="MS PGothic" panose="020B0600070205080204" pitchFamily="34" charset="-128"/>
              </a:rPr>
              <a:t>No olvide silenciar su celular</a:t>
            </a:r>
          </a:p>
        </p:txBody>
      </p:sp>
      <p:pic>
        <p:nvPicPr>
          <p:cNvPr id="8196" name="Imagen 1">
            <a:extLst>
              <a:ext uri="{FF2B5EF4-FFF2-40B4-BE49-F238E27FC236}">
                <a16:creationId xmlns:a16="http://schemas.microsoft.com/office/drawing/2014/main" id="{54D81935-B251-3C22-DB04-A09C1E4B63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881" t="6799" r="17065" b="6798"/>
          <a:stretch>
            <a:fillRect/>
          </a:stretch>
        </p:blipFill>
        <p:spPr bwMode="auto">
          <a:xfrm>
            <a:off x="5802313" y="4516438"/>
            <a:ext cx="1508125"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7" name="Imagen 2">
            <a:extLst>
              <a:ext uri="{FF2B5EF4-FFF2-40B4-BE49-F238E27FC236}">
                <a16:creationId xmlns:a16="http://schemas.microsoft.com/office/drawing/2014/main" id="{BFF8A113-575C-ADD4-F6C7-50BB7C2E1B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050" y="4829175"/>
            <a:ext cx="639763"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uadroTexto 2">
            <a:extLst>
              <a:ext uri="{FF2B5EF4-FFF2-40B4-BE49-F238E27FC236}">
                <a16:creationId xmlns:a16="http://schemas.microsoft.com/office/drawing/2014/main" id="{2CB778B4-3B88-C8F4-EDF7-7EC1B5D11F23}"/>
              </a:ext>
            </a:extLst>
          </p:cNvPr>
          <p:cNvSpPr txBox="1"/>
          <p:nvPr/>
        </p:nvSpPr>
        <p:spPr>
          <a:xfrm>
            <a:off x="395288" y="1916113"/>
            <a:ext cx="8424862" cy="1824037"/>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marL="285750" indent="-285750" algn="just" eaLnBrk="1" fontAlgn="auto" hangingPunct="1">
              <a:spcBef>
                <a:spcPct val="50000"/>
              </a:spcBef>
              <a:spcAft>
                <a:spcPts val="0"/>
              </a:spcAft>
              <a:buFont typeface="Arial" panose="020B0604020202020204" pitchFamily="34" charset="0"/>
              <a:buChar char="•"/>
              <a:defRPr/>
            </a:pPr>
            <a:r>
              <a:rPr lang="es-ES_tradnl" sz="2500" dirty="0">
                <a:solidFill>
                  <a:schemeClr val="tx1"/>
                </a:solidFill>
                <a:latin typeface="Arial" charset="0"/>
              </a:rPr>
              <a:t>Conocer el concepto de texto y distinguir sus tipos, según sus diversos propósitos;</a:t>
            </a:r>
          </a:p>
          <a:p>
            <a:pPr marL="285750" indent="-285750" algn="just" eaLnBrk="1" fontAlgn="auto" hangingPunct="1">
              <a:spcBef>
                <a:spcPct val="50000"/>
              </a:spcBef>
              <a:spcAft>
                <a:spcPts val="0"/>
              </a:spcAft>
              <a:buFont typeface="Arial" panose="020B0604020202020204" pitchFamily="34" charset="0"/>
              <a:buChar char="•"/>
              <a:defRPr/>
            </a:pPr>
            <a:r>
              <a:rPr lang="es-ES_tradnl" sz="2500" dirty="0">
                <a:solidFill>
                  <a:schemeClr val="tx1"/>
                </a:solidFill>
                <a:latin typeface="Arial" charset="0"/>
              </a:rPr>
              <a:t>Identificar las formas básicas de la exposición para la entrega de información.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D7902F42-4025-3B7E-1CAA-EEBF3F6BBFF3}"/>
              </a:ext>
            </a:extLst>
          </p:cNvPr>
          <p:cNvSpPr>
            <a:spLocks noGrp="1" noChangeArrowheads="1"/>
          </p:cNvSpPr>
          <p:nvPr>
            <p:ph type="title"/>
          </p:nvPr>
        </p:nvSpPr>
        <p:spPr>
          <a:xfrm>
            <a:off x="1820863" y="161925"/>
            <a:ext cx="5507037" cy="1174750"/>
          </a:xfrm>
        </p:spPr>
        <p:txBody>
          <a:bodyPr/>
          <a:lstStyle/>
          <a:p>
            <a:pPr algn="ctr" eaLnBrk="1" hangingPunct="1"/>
            <a:r>
              <a:rPr lang="es-ES_tradnl" altLang="es-CL" b="1">
                <a:solidFill>
                  <a:schemeClr val="tx1"/>
                </a:solidFill>
                <a:latin typeface="Arial" panose="020B0604020202020204" pitchFamily="34" charset="0"/>
              </a:rPr>
              <a:t>¿Qué es un texto?</a:t>
            </a:r>
          </a:p>
        </p:txBody>
      </p:sp>
      <p:sp>
        <p:nvSpPr>
          <p:cNvPr id="7171" name="Rectangle 3">
            <a:extLst>
              <a:ext uri="{FF2B5EF4-FFF2-40B4-BE49-F238E27FC236}">
                <a16:creationId xmlns:a16="http://schemas.microsoft.com/office/drawing/2014/main" id="{433D4851-A487-D3C7-157C-AFEEE3AA8A63}"/>
              </a:ext>
            </a:extLst>
          </p:cNvPr>
          <p:cNvSpPr>
            <a:spLocks noGrp="1" noChangeArrowheads="1"/>
          </p:cNvSpPr>
          <p:nvPr>
            <p:ph idx="1"/>
          </p:nvPr>
        </p:nvSpPr>
        <p:spPr>
          <a:xfrm>
            <a:off x="279400" y="1411288"/>
            <a:ext cx="8396288" cy="1143000"/>
          </a:xfrm>
          <a:solidFill>
            <a:schemeClr val="bg1"/>
          </a:solidFill>
          <a:ln>
            <a:solidFill>
              <a:schemeClr val="tx1"/>
            </a:solidFill>
            <a:miter lim="800000"/>
            <a:headEnd/>
            <a:tailEnd/>
          </a:ln>
        </p:spPr>
        <p:txBody>
          <a:bodyPr/>
          <a:lstStyle/>
          <a:p>
            <a:pPr marL="0" indent="0" algn="ctr" eaLnBrk="1" hangingPunct="1">
              <a:buFont typeface="Monotype Sorts" pitchFamily="2" charset="2"/>
              <a:buNone/>
            </a:pPr>
            <a:r>
              <a:rPr lang="es-ES" altLang="en-US" sz="2500">
                <a:latin typeface="Arial" panose="020B0604020202020204" pitchFamily="34" charset="0"/>
              </a:rPr>
              <a:t>Se conoce como texto el conjunto de palabras, frases y párrafos ordenados y coherentes, que permiten ser interpretados y que transmiten las ideas de un autor.</a:t>
            </a:r>
            <a:endParaRPr lang="es-ES_tradnl" altLang="en-US" sz="2500">
              <a:latin typeface="Arial" panose="020B0604020202020204" pitchFamily="34" charset="0"/>
            </a:endParaRPr>
          </a:p>
        </p:txBody>
      </p:sp>
      <p:pic>
        <p:nvPicPr>
          <p:cNvPr id="9220" name="Imagen 1">
            <a:extLst>
              <a:ext uri="{FF2B5EF4-FFF2-40B4-BE49-F238E27FC236}">
                <a16:creationId xmlns:a16="http://schemas.microsoft.com/office/drawing/2014/main" id="{662A6CED-77AD-84FC-CBCD-CD1DD97FDA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3650" y="4652963"/>
            <a:ext cx="2547938" cy="141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9" name="CuadroTexto 9">
            <a:extLst>
              <a:ext uri="{FF2B5EF4-FFF2-40B4-BE49-F238E27FC236}">
                <a16:creationId xmlns:a16="http://schemas.microsoft.com/office/drawing/2014/main" id="{18E0EB69-8B2A-CE35-396A-2790A24F5084}"/>
              </a:ext>
            </a:extLst>
          </p:cNvPr>
          <p:cNvSpPr txBox="1">
            <a:spLocks noChangeArrowheads="1"/>
          </p:cNvSpPr>
          <p:nvPr/>
        </p:nvSpPr>
        <p:spPr bwMode="auto">
          <a:xfrm>
            <a:off x="4140200" y="3284538"/>
            <a:ext cx="4414838" cy="862012"/>
          </a:xfrm>
          <a:prstGeom prst="rect">
            <a:avLst/>
          </a:prstGeom>
          <a:ln/>
        </p:spPr>
        <p:style>
          <a:lnRef idx="2">
            <a:schemeClr val="dk1"/>
          </a:lnRef>
          <a:fillRef idx="1">
            <a:schemeClr val="lt1"/>
          </a:fillRef>
          <a:effectRef idx="0">
            <a:schemeClr val="dk1"/>
          </a:effectRef>
          <a:fontRef idx="minor">
            <a:schemeClr val="dk1"/>
          </a:fontRef>
        </p:style>
        <p:txBody>
          <a:bodyPr>
            <a:spAutoFit/>
          </a:bodyPr>
          <a:lstStyle>
            <a:lvl1pPr>
              <a:spcBef>
                <a:spcPct val="20000"/>
              </a:spcBef>
              <a:buClr>
                <a:schemeClr val="accent1"/>
              </a:buClr>
              <a:buSzPct val="75000"/>
              <a:buFont typeface="Monotype Sorts" pitchFamily="2" charset="2"/>
              <a:buChar char="b"/>
              <a:defRPr kumimoji="1" sz="3200">
                <a:solidFill>
                  <a:schemeClr val="tx1"/>
                </a:solidFill>
                <a:latin typeface="Impact" panose="020B0806030902050204" pitchFamily="34" charset="0"/>
              </a:defRPr>
            </a:lvl1pPr>
            <a:lvl2pPr marL="742950" indent="-285750">
              <a:spcBef>
                <a:spcPct val="20000"/>
              </a:spcBef>
              <a:buClr>
                <a:schemeClr val="accent2"/>
              </a:buClr>
              <a:buChar char="•"/>
              <a:defRPr kumimoji="1" sz="2800">
                <a:solidFill>
                  <a:schemeClr val="tx1"/>
                </a:solidFill>
                <a:latin typeface="Impact" panose="020B0806030902050204" pitchFamily="34" charset="0"/>
              </a:defRPr>
            </a:lvl2pPr>
            <a:lvl3pPr marL="1143000" indent="-228600">
              <a:spcBef>
                <a:spcPct val="20000"/>
              </a:spcBef>
              <a:buChar char="–"/>
              <a:defRPr kumimoji="1" sz="2400">
                <a:solidFill>
                  <a:schemeClr val="tx1"/>
                </a:solidFill>
                <a:latin typeface="Impact" panose="020B0806030902050204" pitchFamily="34" charset="0"/>
              </a:defRPr>
            </a:lvl3pPr>
            <a:lvl4pPr marL="1600200" indent="-228600">
              <a:spcBef>
                <a:spcPct val="20000"/>
              </a:spcBef>
              <a:buChar char="–"/>
              <a:defRPr kumimoji="1" sz="2000">
                <a:solidFill>
                  <a:schemeClr val="tx1"/>
                </a:solidFill>
                <a:latin typeface="Impact" panose="020B0806030902050204" pitchFamily="34" charset="0"/>
              </a:defRPr>
            </a:lvl4pPr>
            <a:lvl5pPr marL="2057400" indent="-228600">
              <a:spcBef>
                <a:spcPct val="20000"/>
              </a:spcBef>
              <a:buChar char="»"/>
              <a:defRPr kumimoji="1" sz="2000">
                <a:solidFill>
                  <a:schemeClr val="tx1"/>
                </a:solidFill>
                <a:latin typeface="Impact" panose="020B0806030902050204" pitchFamily="34" charset="0"/>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defRPr>
            </a:lvl9pPr>
          </a:lstStyle>
          <a:p>
            <a:pPr eaLnBrk="1" fontAlgn="auto" hangingPunct="1">
              <a:spcBef>
                <a:spcPct val="0"/>
              </a:spcBef>
              <a:spcAft>
                <a:spcPts val="0"/>
              </a:spcAft>
              <a:buClrTx/>
              <a:buSzTx/>
              <a:buFontTx/>
              <a:buNone/>
              <a:defRPr/>
            </a:pPr>
            <a:r>
              <a:rPr kumimoji="0" lang="es-ES" altLang="es-CL" sz="2500" dirty="0">
                <a:latin typeface="Arial" panose="020B0604020202020204" pitchFamily="34" charset="0"/>
                <a:cs typeface="Arial" panose="020B0604020202020204" pitchFamily="34" charset="0"/>
              </a:rPr>
              <a:t>Por ejemplo, un cuento, una receta, un aviso publicitario…</a:t>
            </a:r>
            <a:endParaRPr kumimoji="0" lang="es-CL" altLang="es-CL" sz="2500" dirty="0">
              <a:latin typeface="Arial" panose="020B0604020202020204" pitchFamily="34" charset="0"/>
              <a:cs typeface="Arial" panose="020B0604020202020204" pitchFamily="34" charset="0"/>
            </a:endParaRPr>
          </a:p>
        </p:txBody>
      </p:sp>
      <p:pic>
        <p:nvPicPr>
          <p:cNvPr id="9222" name="Imagen 4">
            <a:extLst>
              <a:ext uri="{FF2B5EF4-FFF2-40B4-BE49-F238E27FC236}">
                <a16:creationId xmlns:a16="http://schemas.microsoft.com/office/drawing/2014/main" id="{82A026B0-4E39-2744-AC66-34F63589FB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500" y="3298825"/>
            <a:ext cx="32639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6" presetClass="entr" presetSubtype="42" fill="hold" nodeType="clickEffect">
                                  <p:stCondLst>
                                    <p:cond delay="0"/>
                                  </p:stCondLst>
                                  <p:childTnLst>
                                    <p:set>
                                      <p:cBhvr>
                                        <p:cTn id="12" dur="1" fill="hold">
                                          <p:stCondLst>
                                            <p:cond delay="0"/>
                                          </p:stCondLst>
                                        </p:cTn>
                                        <p:tgtEl>
                                          <p:spTgt spid="7171">
                                            <p:txEl>
                                              <p:pRg st="0" end="0"/>
                                            </p:txEl>
                                          </p:spTgt>
                                        </p:tgtEl>
                                        <p:attrNameLst>
                                          <p:attrName>style.visibility</p:attrName>
                                        </p:attrNameLst>
                                      </p:cBhvr>
                                      <p:to>
                                        <p:strVal val="visible"/>
                                      </p:to>
                                    </p:set>
                                    <p:animEffect transition="in" filter="barn(outHorizontal)">
                                      <p:cBhvr>
                                        <p:cTn id="13" dur="500"/>
                                        <p:tgtEl>
                                          <p:spTgt spid="717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autoUpdateAnimBg="0"/>
      <p:bldP spid="7171"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1" name="Rectangle 3">
            <a:extLst>
              <a:ext uri="{FF2B5EF4-FFF2-40B4-BE49-F238E27FC236}">
                <a16:creationId xmlns:a16="http://schemas.microsoft.com/office/drawing/2014/main" id="{02BDACA1-594E-5CB9-CBA6-2D65386BD260}"/>
              </a:ext>
            </a:extLst>
          </p:cNvPr>
          <p:cNvSpPr>
            <a:spLocks noGrp="1" noChangeArrowheads="1"/>
          </p:cNvSpPr>
          <p:nvPr>
            <p:ph idx="1"/>
          </p:nvPr>
        </p:nvSpPr>
        <p:spPr>
          <a:xfrm>
            <a:off x="539750" y="4868863"/>
            <a:ext cx="8242300" cy="1635125"/>
          </a:xfrm>
          <a:solidFill>
            <a:schemeClr val="bg1"/>
          </a:solidFill>
          <a:ln>
            <a:solidFill>
              <a:schemeClr val="tx1"/>
            </a:solidFill>
            <a:miter lim="800000"/>
            <a:headEnd/>
            <a:tailEnd/>
          </a:ln>
        </p:spPr>
        <p:txBody>
          <a:bodyPr/>
          <a:lstStyle/>
          <a:p>
            <a:pPr marL="0" indent="0" algn="ctr" eaLnBrk="1" hangingPunct="1">
              <a:buFont typeface="Monotype Sorts" pitchFamily="2" charset="2"/>
              <a:buNone/>
            </a:pPr>
            <a:r>
              <a:rPr lang="es-ES" altLang="en-US" sz="2500">
                <a:latin typeface="Arial" panose="020B0604020202020204" pitchFamily="34" charset="0"/>
              </a:rPr>
              <a:t>La palabra texto proviene del latín </a:t>
            </a:r>
            <a:r>
              <a:rPr lang="es-ES" altLang="en-US" sz="2500" i="1">
                <a:latin typeface="Arial" panose="020B0604020202020204" pitchFamily="34" charset="0"/>
              </a:rPr>
              <a:t>textus</a:t>
            </a:r>
            <a:r>
              <a:rPr lang="es-ES" altLang="en-US" sz="2500">
                <a:latin typeface="Arial" panose="020B0604020202020204" pitchFamily="34" charset="0"/>
              </a:rPr>
              <a:t> que significa "tejido”, ya que en el texto las palabras forman un entramado, relacionándose todas las palabras y significados entre sí. </a:t>
            </a:r>
            <a:endParaRPr lang="es-ES_tradnl" altLang="en-US" sz="2500">
              <a:latin typeface="Arial" panose="020B0604020202020204" pitchFamily="34" charset="0"/>
            </a:endParaRPr>
          </a:p>
        </p:txBody>
      </p:sp>
      <p:sp>
        <p:nvSpPr>
          <p:cNvPr id="11" name="CuadroTexto 10">
            <a:extLst>
              <a:ext uri="{FF2B5EF4-FFF2-40B4-BE49-F238E27FC236}">
                <a16:creationId xmlns:a16="http://schemas.microsoft.com/office/drawing/2014/main" id="{B647DF71-8821-4A42-899B-43489D3E0524}"/>
              </a:ext>
            </a:extLst>
          </p:cNvPr>
          <p:cNvSpPr txBox="1"/>
          <p:nvPr/>
        </p:nvSpPr>
        <p:spPr>
          <a:xfrm>
            <a:off x="395288" y="354013"/>
            <a:ext cx="8386762" cy="1246187"/>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lgn="ctr" eaLnBrk="1" fontAlgn="auto" hangingPunct="1">
              <a:spcBef>
                <a:spcPts val="0"/>
              </a:spcBef>
              <a:spcAft>
                <a:spcPts val="0"/>
              </a:spcAft>
              <a:defRPr/>
            </a:pPr>
            <a:r>
              <a:rPr lang="es-ES" sz="2500" dirty="0">
                <a:solidFill>
                  <a:schemeClr val="tx1"/>
                </a:solidFill>
                <a:latin typeface="Arial" panose="020B0604020202020204" pitchFamily="34" charset="0"/>
                <a:cs typeface="Arial" panose="020B0604020202020204" pitchFamily="34" charset="0"/>
              </a:rPr>
              <a:t>Según la </a:t>
            </a:r>
            <a:r>
              <a:rPr lang="es-ES" sz="2500" i="1" dirty="0">
                <a:solidFill>
                  <a:schemeClr val="tx1"/>
                </a:solidFill>
                <a:latin typeface="Arial" panose="020B0604020202020204" pitchFamily="34" charset="0"/>
                <a:cs typeface="Arial" panose="020B0604020202020204" pitchFamily="34" charset="0"/>
              </a:rPr>
              <a:t>Real Academia Española de la Lengua</a:t>
            </a:r>
            <a:r>
              <a:rPr lang="es-ES" sz="2500" dirty="0">
                <a:solidFill>
                  <a:schemeClr val="tx1"/>
                </a:solidFill>
                <a:latin typeface="Arial" panose="020B0604020202020204" pitchFamily="34" charset="0"/>
                <a:cs typeface="Arial" panose="020B0604020202020204" pitchFamily="34" charset="0"/>
              </a:rPr>
              <a:t>, significa “</a:t>
            </a:r>
            <a:r>
              <a:rPr lang="es-ES" sz="2500" i="1" dirty="0">
                <a:solidFill>
                  <a:schemeClr val="tx1"/>
                </a:solidFill>
                <a:latin typeface="Arial" panose="020B0604020202020204" pitchFamily="34" charset="0"/>
                <a:cs typeface="Arial" panose="020B0604020202020204" pitchFamily="34" charset="0"/>
              </a:rPr>
              <a:t>enunciado o conjunto coherente de enunciados orales o escritos”.</a:t>
            </a:r>
            <a:endParaRPr lang="es-CL" sz="2500" dirty="0">
              <a:solidFill>
                <a:schemeClr val="tx1"/>
              </a:solidFill>
              <a:latin typeface="Arial" panose="020B0604020202020204" pitchFamily="34" charset="0"/>
              <a:cs typeface="Arial" panose="020B0604020202020204" pitchFamily="34" charset="0"/>
            </a:endParaRPr>
          </a:p>
        </p:txBody>
      </p:sp>
      <p:pic>
        <p:nvPicPr>
          <p:cNvPr id="10244" name="Picture 8" descr="Tejido Artesanal En Telar – ¿Qué Es El Diseño? | fast.euractiv.com">
            <a:extLst>
              <a:ext uri="{FF2B5EF4-FFF2-40B4-BE49-F238E27FC236}">
                <a16:creationId xmlns:a16="http://schemas.microsoft.com/office/drawing/2014/main" id="{CBF2D817-0DB1-EB2D-CDE1-0ED80DFBDB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989138"/>
            <a:ext cx="4144963" cy="233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5" name="Picture 10" descr="14 Patrones de motivos tejidos a crochet ⋆ Manualidades Y ...">
            <a:extLst>
              <a:ext uri="{FF2B5EF4-FFF2-40B4-BE49-F238E27FC236}">
                <a16:creationId xmlns:a16="http://schemas.microsoft.com/office/drawing/2014/main" id="{5A627AF1-68BF-B85D-AF94-F0BCA214A2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725" y="1736725"/>
            <a:ext cx="28575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2" nodeType="clickEffect">
                                  <p:stCondLst>
                                    <p:cond delay="0"/>
                                  </p:stCondLst>
                                  <p:childTnLst>
                                    <p:set>
                                      <p:cBhvr>
                                        <p:cTn id="6" dur="1" fill="hold">
                                          <p:stCondLst>
                                            <p:cond delay="499"/>
                                          </p:stCondLst>
                                        </p:cTn>
                                        <p:tgtEl>
                                          <p:spTgt spid="71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1" nodeType="clickEffect">
                                  <p:stCondLst>
                                    <p:cond delay="0"/>
                                  </p:stCondLst>
                                  <p:childTnLst>
                                    <p:set>
                                      <p:cBhvr>
                                        <p:cTn id="10"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autoUpdateAnimBg="0"/>
      <p:bldP spid="7171" grpId="1" build="p"/>
      <p:bldP spid="7171" grpId="2" build="p" autoUpdateAnimBg="0"/>
      <p:bldP spid="11" grpId="0" animBg="1"/>
      <p:bldP spid="11" grpId="1"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22">
            <a:extLst>
              <a:ext uri="{FF2B5EF4-FFF2-40B4-BE49-F238E27FC236}">
                <a16:creationId xmlns:a16="http://schemas.microsoft.com/office/drawing/2014/main" id="{7010A5AF-7A8B-7307-F05D-8A7E444629BB}"/>
              </a:ext>
            </a:extLst>
          </p:cNvPr>
          <p:cNvSpPr>
            <a:spLocks noChangeAspect="1" noChangeArrowheads="1" noTextEdit="1"/>
          </p:cNvSpPr>
          <p:nvPr/>
        </p:nvSpPr>
        <p:spPr bwMode="auto">
          <a:xfrm>
            <a:off x="6072188" y="5846763"/>
            <a:ext cx="4356100" cy="202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CL"/>
          </a:p>
        </p:txBody>
      </p:sp>
      <p:sp>
        <p:nvSpPr>
          <p:cNvPr id="2" name="CuadroTexto 1">
            <a:extLst>
              <a:ext uri="{FF2B5EF4-FFF2-40B4-BE49-F238E27FC236}">
                <a16:creationId xmlns:a16="http://schemas.microsoft.com/office/drawing/2014/main" id="{3B48D8B4-A15B-8C4E-EA9A-169523547C36}"/>
              </a:ext>
            </a:extLst>
          </p:cNvPr>
          <p:cNvSpPr txBox="1"/>
          <p:nvPr/>
        </p:nvSpPr>
        <p:spPr>
          <a:xfrm>
            <a:off x="323850" y="333375"/>
            <a:ext cx="8496300" cy="862013"/>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just" eaLnBrk="1" fontAlgn="auto" hangingPunct="1">
              <a:spcBef>
                <a:spcPts val="0"/>
              </a:spcBef>
              <a:spcAft>
                <a:spcPts val="0"/>
              </a:spcAft>
              <a:defRPr/>
            </a:pPr>
            <a:r>
              <a:rPr lang="es-ES" sz="2500" dirty="0">
                <a:latin typeface="Arial" panose="020B0604020202020204" pitchFamily="34" charset="0"/>
                <a:cs typeface="Arial" panose="020B0604020202020204" pitchFamily="34" charset="0"/>
              </a:rPr>
              <a:t>El Texto está constituido por tres partes que poseen una función determinada al interior del escrito: </a:t>
            </a:r>
            <a:endParaRPr lang="es-CL" sz="2500" dirty="0">
              <a:latin typeface="Arial" panose="020B0604020202020204" pitchFamily="34" charset="0"/>
              <a:cs typeface="Arial" panose="020B0604020202020204" pitchFamily="34" charset="0"/>
            </a:endParaRPr>
          </a:p>
        </p:txBody>
      </p:sp>
      <p:graphicFrame>
        <p:nvGraphicFramePr>
          <p:cNvPr id="3" name="Diagrama 2">
            <a:extLst>
              <a:ext uri="{FF2B5EF4-FFF2-40B4-BE49-F238E27FC236}">
                <a16:creationId xmlns:a16="http://schemas.microsoft.com/office/drawing/2014/main" id="{426E1608-6280-CB29-4B39-390DF97D416B}"/>
              </a:ext>
            </a:extLst>
          </p:cNvPr>
          <p:cNvGraphicFramePr/>
          <p:nvPr/>
        </p:nvGraphicFramePr>
        <p:xfrm>
          <a:off x="179512" y="1484784"/>
          <a:ext cx="8748972" cy="51125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CuadroTexto 8">
            <a:extLst>
              <a:ext uri="{FF2B5EF4-FFF2-40B4-BE49-F238E27FC236}">
                <a16:creationId xmlns:a16="http://schemas.microsoft.com/office/drawing/2014/main" id="{A1D3FB05-BFF0-F61C-2A0D-D7A7E2D45C65}"/>
              </a:ext>
            </a:extLst>
          </p:cNvPr>
          <p:cNvSpPr txBox="1">
            <a:spLocks noChangeArrowheads="1"/>
          </p:cNvSpPr>
          <p:nvPr/>
        </p:nvSpPr>
        <p:spPr bwMode="auto">
          <a:xfrm>
            <a:off x="539750" y="404813"/>
            <a:ext cx="8064500" cy="860425"/>
          </a:xfrm>
          <a:prstGeom prst="rect">
            <a:avLst/>
          </a:prstGeom>
          <a:ln/>
        </p:spPr>
        <p:style>
          <a:lnRef idx="2">
            <a:schemeClr val="accent1"/>
          </a:lnRef>
          <a:fillRef idx="1">
            <a:schemeClr val="lt1"/>
          </a:fillRef>
          <a:effectRef idx="0">
            <a:schemeClr val="accent1"/>
          </a:effectRef>
          <a:fontRef idx="minor">
            <a:schemeClr val="dk1"/>
          </a:fontRef>
        </p:style>
        <p:txBody>
          <a:bodyPr>
            <a:spAutoFit/>
          </a:bodyPr>
          <a:lstStyle>
            <a:lvl1pPr>
              <a:spcBef>
                <a:spcPct val="20000"/>
              </a:spcBef>
              <a:buClr>
                <a:schemeClr val="accent1"/>
              </a:buClr>
              <a:buSzPct val="75000"/>
              <a:buFont typeface="Monotype Sorts" pitchFamily="2" charset="2"/>
              <a:buChar char="b"/>
              <a:defRPr kumimoji="1" sz="3200">
                <a:solidFill>
                  <a:schemeClr val="tx1"/>
                </a:solidFill>
                <a:latin typeface="Impact" panose="020B0806030902050204" pitchFamily="34" charset="0"/>
              </a:defRPr>
            </a:lvl1pPr>
            <a:lvl2pPr marL="742950" indent="-285750">
              <a:spcBef>
                <a:spcPct val="20000"/>
              </a:spcBef>
              <a:buClr>
                <a:schemeClr val="accent2"/>
              </a:buClr>
              <a:buChar char="•"/>
              <a:defRPr kumimoji="1" sz="2800">
                <a:solidFill>
                  <a:schemeClr val="tx1"/>
                </a:solidFill>
                <a:latin typeface="Impact" panose="020B0806030902050204" pitchFamily="34" charset="0"/>
              </a:defRPr>
            </a:lvl2pPr>
            <a:lvl3pPr marL="1143000" indent="-228600">
              <a:spcBef>
                <a:spcPct val="20000"/>
              </a:spcBef>
              <a:buChar char="–"/>
              <a:defRPr kumimoji="1" sz="2400">
                <a:solidFill>
                  <a:schemeClr val="tx1"/>
                </a:solidFill>
                <a:latin typeface="Impact" panose="020B0806030902050204" pitchFamily="34" charset="0"/>
              </a:defRPr>
            </a:lvl3pPr>
            <a:lvl4pPr marL="1600200" indent="-228600">
              <a:spcBef>
                <a:spcPct val="20000"/>
              </a:spcBef>
              <a:buChar char="–"/>
              <a:defRPr kumimoji="1" sz="2000">
                <a:solidFill>
                  <a:schemeClr val="tx1"/>
                </a:solidFill>
                <a:latin typeface="Impact" panose="020B0806030902050204" pitchFamily="34" charset="0"/>
              </a:defRPr>
            </a:lvl4pPr>
            <a:lvl5pPr marL="2057400" indent="-228600">
              <a:spcBef>
                <a:spcPct val="20000"/>
              </a:spcBef>
              <a:buChar char="»"/>
              <a:defRPr kumimoji="1" sz="2000">
                <a:solidFill>
                  <a:schemeClr val="tx1"/>
                </a:solidFill>
                <a:latin typeface="Impact" panose="020B0806030902050204" pitchFamily="34" charset="0"/>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defRPr>
            </a:lvl9pPr>
          </a:lstStyle>
          <a:p>
            <a:pPr algn="ctr" eaLnBrk="1" fontAlgn="auto" hangingPunct="1">
              <a:spcBef>
                <a:spcPct val="0"/>
              </a:spcBef>
              <a:spcAft>
                <a:spcPts val="0"/>
              </a:spcAft>
              <a:buClrTx/>
              <a:buSzTx/>
              <a:buFontTx/>
              <a:buNone/>
              <a:defRPr/>
            </a:pPr>
            <a:r>
              <a:rPr kumimoji="0" lang="es-ES" altLang="es-CL" sz="2500" dirty="0">
                <a:latin typeface="Arial" panose="020B0604020202020204" pitchFamily="34" charset="0"/>
                <a:cs typeface="Arial" panose="020B0604020202020204" pitchFamily="34" charset="0"/>
              </a:rPr>
              <a:t>Los textos se pueden clasificar según diferentes criterios:</a:t>
            </a:r>
          </a:p>
        </p:txBody>
      </p:sp>
      <p:sp>
        <p:nvSpPr>
          <p:cNvPr id="11268" name="CuadroTexto 5">
            <a:extLst>
              <a:ext uri="{FF2B5EF4-FFF2-40B4-BE49-F238E27FC236}">
                <a16:creationId xmlns:a16="http://schemas.microsoft.com/office/drawing/2014/main" id="{75AEA50E-435F-CE0B-A769-23A3D8D52CB2}"/>
              </a:ext>
            </a:extLst>
          </p:cNvPr>
          <p:cNvSpPr txBox="1">
            <a:spLocks noChangeArrowheads="1"/>
          </p:cNvSpPr>
          <p:nvPr/>
        </p:nvSpPr>
        <p:spPr bwMode="auto">
          <a:xfrm>
            <a:off x="504825" y="3187700"/>
            <a:ext cx="5434013" cy="554038"/>
          </a:xfrm>
          <a:prstGeom prst="rect">
            <a:avLst/>
          </a:prstGeom>
          <a:ln/>
        </p:spPr>
        <p:style>
          <a:lnRef idx="2">
            <a:schemeClr val="accent1"/>
          </a:lnRef>
          <a:fillRef idx="1">
            <a:schemeClr val="lt1"/>
          </a:fillRef>
          <a:effectRef idx="0">
            <a:schemeClr val="accent1"/>
          </a:effectRef>
          <a:fontRef idx="minor">
            <a:schemeClr val="dk1"/>
          </a:fontRef>
        </p:style>
        <p:txBody>
          <a:bodyPr>
            <a:spAutoFit/>
          </a:bodyPr>
          <a:lstStyle>
            <a:lvl1pPr>
              <a:spcBef>
                <a:spcPct val="20000"/>
              </a:spcBef>
              <a:buClr>
                <a:schemeClr val="accent1"/>
              </a:buClr>
              <a:buSzPct val="75000"/>
              <a:buFont typeface="Monotype Sorts" pitchFamily="2" charset="2"/>
              <a:buChar char="b"/>
              <a:defRPr kumimoji="1" sz="3200">
                <a:solidFill>
                  <a:schemeClr val="tx1"/>
                </a:solidFill>
                <a:latin typeface="Impact" panose="020B0806030902050204" pitchFamily="34" charset="0"/>
              </a:defRPr>
            </a:lvl1pPr>
            <a:lvl2pPr marL="742950" indent="-285750">
              <a:spcBef>
                <a:spcPct val="20000"/>
              </a:spcBef>
              <a:buClr>
                <a:schemeClr val="accent2"/>
              </a:buClr>
              <a:buChar char="•"/>
              <a:defRPr kumimoji="1" sz="2800">
                <a:solidFill>
                  <a:schemeClr val="tx1"/>
                </a:solidFill>
                <a:latin typeface="Impact" panose="020B0806030902050204" pitchFamily="34" charset="0"/>
              </a:defRPr>
            </a:lvl2pPr>
            <a:lvl3pPr marL="1143000" indent="-228600">
              <a:spcBef>
                <a:spcPct val="20000"/>
              </a:spcBef>
              <a:buChar char="–"/>
              <a:defRPr kumimoji="1" sz="2400">
                <a:solidFill>
                  <a:schemeClr val="tx1"/>
                </a:solidFill>
                <a:latin typeface="Impact" panose="020B0806030902050204" pitchFamily="34" charset="0"/>
              </a:defRPr>
            </a:lvl3pPr>
            <a:lvl4pPr marL="1600200" indent="-228600">
              <a:spcBef>
                <a:spcPct val="20000"/>
              </a:spcBef>
              <a:buChar char="–"/>
              <a:defRPr kumimoji="1" sz="2000">
                <a:solidFill>
                  <a:schemeClr val="tx1"/>
                </a:solidFill>
                <a:latin typeface="Impact" panose="020B0806030902050204" pitchFamily="34" charset="0"/>
              </a:defRPr>
            </a:lvl4pPr>
            <a:lvl5pPr marL="2057400" indent="-228600">
              <a:spcBef>
                <a:spcPct val="20000"/>
              </a:spcBef>
              <a:buChar char="»"/>
              <a:defRPr kumimoji="1" sz="2000">
                <a:solidFill>
                  <a:schemeClr val="tx1"/>
                </a:solidFill>
                <a:latin typeface="Impact" panose="020B0806030902050204" pitchFamily="34" charset="0"/>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defRPr>
            </a:lvl9pPr>
          </a:lstStyle>
          <a:p>
            <a:pPr eaLnBrk="1" fontAlgn="auto" hangingPunct="1">
              <a:spcBef>
                <a:spcPct val="0"/>
              </a:spcBef>
              <a:spcAft>
                <a:spcPts val="0"/>
              </a:spcAft>
              <a:buClrTx/>
              <a:buSzTx/>
              <a:buFontTx/>
              <a:buNone/>
              <a:defRPr/>
            </a:pPr>
            <a:r>
              <a:rPr kumimoji="0" lang="es-ES" altLang="es-CL" sz="3000" b="1" dirty="0">
                <a:latin typeface="Times New Roman" panose="02020603050405020304" pitchFamily="18" charset="0"/>
              </a:rPr>
              <a:t>La forma que adopta el mensaje</a:t>
            </a:r>
            <a:endParaRPr kumimoji="0" lang="es-CL" altLang="es-CL" sz="3000" b="1" dirty="0">
              <a:latin typeface="Times New Roman" panose="02020603050405020304" pitchFamily="18" charset="0"/>
            </a:endParaRPr>
          </a:p>
        </p:txBody>
      </p:sp>
      <p:sp>
        <p:nvSpPr>
          <p:cNvPr id="11269" name="CuadroTexto 7">
            <a:extLst>
              <a:ext uri="{FF2B5EF4-FFF2-40B4-BE49-F238E27FC236}">
                <a16:creationId xmlns:a16="http://schemas.microsoft.com/office/drawing/2014/main" id="{21A8BB25-3C79-513D-24FE-33AFEAE03E20}"/>
              </a:ext>
            </a:extLst>
          </p:cNvPr>
          <p:cNvSpPr txBox="1">
            <a:spLocks noChangeArrowheads="1"/>
          </p:cNvSpPr>
          <p:nvPr/>
        </p:nvSpPr>
        <p:spPr bwMode="auto">
          <a:xfrm>
            <a:off x="539750" y="1541463"/>
            <a:ext cx="6323013" cy="554037"/>
          </a:xfrm>
          <a:prstGeom prst="rect">
            <a:avLst/>
          </a:prstGeom>
          <a:ln/>
        </p:spPr>
        <p:style>
          <a:lnRef idx="2">
            <a:schemeClr val="accent1"/>
          </a:lnRef>
          <a:fillRef idx="1">
            <a:schemeClr val="lt1"/>
          </a:fillRef>
          <a:effectRef idx="0">
            <a:schemeClr val="accent1"/>
          </a:effectRef>
          <a:fontRef idx="minor">
            <a:schemeClr val="dk1"/>
          </a:fontRef>
        </p:style>
        <p:txBody>
          <a:bodyPr>
            <a:spAutoFit/>
          </a:bodyPr>
          <a:lstStyle>
            <a:lvl1pPr>
              <a:spcBef>
                <a:spcPct val="20000"/>
              </a:spcBef>
              <a:buClr>
                <a:schemeClr val="accent1"/>
              </a:buClr>
              <a:buSzPct val="75000"/>
              <a:buFont typeface="Monotype Sorts" pitchFamily="2" charset="2"/>
              <a:buChar char="b"/>
              <a:defRPr kumimoji="1" sz="3200">
                <a:solidFill>
                  <a:schemeClr val="tx1"/>
                </a:solidFill>
                <a:latin typeface="Impact" panose="020B0806030902050204" pitchFamily="34" charset="0"/>
              </a:defRPr>
            </a:lvl1pPr>
            <a:lvl2pPr marL="742950" indent="-285750">
              <a:spcBef>
                <a:spcPct val="20000"/>
              </a:spcBef>
              <a:buClr>
                <a:schemeClr val="accent2"/>
              </a:buClr>
              <a:buChar char="•"/>
              <a:defRPr kumimoji="1" sz="2800">
                <a:solidFill>
                  <a:schemeClr val="tx1"/>
                </a:solidFill>
                <a:latin typeface="Impact" panose="020B0806030902050204" pitchFamily="34" charset="0"/>
              </a:defRPr>
            </a:lvl2pPr>
            <a:lvl3pPr marL="1143000" indent="-228600">
              <a:spcBef>
                <a:spcPct val="20000"/>
              </a:spcBef>
              <a:buChar char="–"/>
              <a:defRPr kumimoji="1" sz="2400">
                <a:solidFill>
                  <a:schemeClr val="tx1"/>
                </a:solidFill>
                <a:latin typeface="Impact" panose="020B0806030902050204" pitchFamily="34" charset="0"/>
              </a:defRPr>
            </a:lvl3pPr>
            <a:lvl4pPr marL="1600200" indent="-228600">
              <a:spcBef>
                <a:spcPct val="20000"/>
              </a:spcBef>
              <a:buChar char="–"/>
              <a:defRPr kumimoji="1" sz="2000">
                <a:solidFill>
                  <a:schemeClr val="tx1"/>
                </a:solidFill>
                <a:latin typeface="Impact" panose="020B0806030902050204" pitchFamily="34" charset="0"/>
              </a:defRPr>
            </a:lvl4pPr>
            <a:lvl5pPr marL="2057400" indent="-228600">
              <a:spcBef>
                <a:spcPct val="20000"/>
              </a:spcBef>
              <a:buChar char="»"/>
              <a:defRPr kumimoji="1" sz="2000">
                <a:solidFill>
                  <a:schemeClr val="tx1"/>
                </a:solidFill>
                <a:latin typeface="Impact" panose="020B0806030902050204" pitchFamily="34" charset="0"/>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defRPr>
            </a:lvl9pPr>
          </a:lstStyle>
          <a:p>
            <a:pPr eaLnBrk="1" fontAlgn="auto" hangingPunct="1">
              <a:spcBef>
                <a:spcPct val="0"/>
              </a:spcBef>
              <a:spcAft>
                <a:spcPts val="0"/>
              </a:spcAft>
              <a:buClrTx/>
              <a:buSzTx/>
              <a:buFontTx/>
              <a:buNone/>
              <a:defRPr/>
            </a:pPr>
            <a:r>
              <a:rPr kumimoji="0" lang="es-ES" altLang="es-CL" sz="3000" b="1" dirty="0">
                <a:latin typeface="Times New Roman" panose="02020603050405020304" pitchFamily="18" charset="0"/>
              </a:rPr>
              <a:t>La intención comunicativa del emisor</a:t>
            </a:r>
            <a:endParaRPr kumimoji="0" lang="es-CL" altLang="es-CL" sz="3000" b="1" dirty="0">
              <a:latin typeface="Times New Roman" panose="02020603050405020304" pitchFamily="18" charset="0"/>
            </a:endParaRPr>
          </a:p>
        </p:txBody>
      </p:sp>
      <p:sp>
        <p:nvSpPr>
          <p:cNvPr id="11270" name="CuadroTexto 9">
            <a:extLst>
              <a:ext uri="{FF2B5EF4-FFF2-40B4-BE49-F238E27FC236}">
                <a16:creationId xmlns:a16="http://schemas.microsoft.com/office/drawing/2014/main" id="{F592A030-7E03-22F7-64F9-EE513494ABC4}"/>
              </a:ext>
            </a:extLst>
          </p:cNvPr>
          <p:cNvSpPr txBox="1">
            <a:spLocks noChangeArrowheads="1"/>
          </p:cNvSpPr>
          <p:nvPr/>
        </p:nvSpPr>
        <p:spPr bwMode="auto">
          <a:xfrm>
            <a:off x="503238" y="3975100"/>
            <a:ext cx="5545137" cy="554038"/>
          </a:xfrm>
          <a:prstGeom prst="rect">
            <a:avLst/>
          </a:prstGeom>
          <a:ln/>
        </p:spPr>
        <p:style>
          <a:lnRef idx="2">
            <a:schemeClr val="accent1"/>
          </a:lnRef>
          <a:fillRef idx="1">
            <a:schemeClr val="lt1"/>
          </a:fillRef>
          <a:effectRef idx="0">
            <a:schemeClr val="accent1"/>
          </a:effectRef>
          <a:fontRef idx="minor">
            <a:schemeClr val="dk1"/>
          </a:fontRef>
        </p:style>
        <p:txBody>
          <a:bodyPr>
            <a:spAutoFit/>
          </a:bodyPr>
          <a:lstStyle>
            <a:lvl1pPr>
              <a:spcBef>
                <a:spcPct val="20000"/>
              </a:spcBef>
              <a:buClr>
                <a:schemeClr val="accent1"/>
              </a:buClr>
              <a:buSzPct val="75000"/>
              <a:buFont typeface="Monotype Sorts" pitchFamily="2" charset="2"/>
              <a:buChar char="b"/>
              <a:defRPr kumimoji="1" sz="3200">
                <a:solidFill>
                  <a:schemeClr val="tx1"/>
                </a:solidFill>
                <a:latin typeface="Impact" panose="020B0806030902050204" pitchFamily="34" charset="0"/>
              </a:defRPr>
            </a:lvl1pPr>
            <a:lvl2pPr marL="742950" indent="-285750">
              <a:spcBef>
                <a:spcPct val="20000"/>
              </a:spcBef>
              <a:buClr>
                <a:schemeClr val="accent2"/>
              </a:buClr>
              <a:buChar char="•"/>
              <a:defRPr kumimoji="1" sz="2800">
                <a:solidFill>
                  <a:schemeClr val="tx1"/>
                </a:solidFill>
                <a:latin typeface="Impact" panose="020B0806030902050204" pitchFamily="34" charset="0"/>
              </a:defRPr>
            </a:lvl2pPr>
            <a:lvl3pPr marL="1143000" indent="-228600">
              <a:spcBef>
                <a:spcPct val="20000"/>
              </a:spcBef>
              <a:buChar char="–"/>
              <a:defRPr kumimoji="1" sz="2400">
                <a:solidFill>
                  <a:schemeClr val="tx1"/>
                </a:solidFill>
                <a:latin typeface="Impact" panose="020B0806030902050204" pitchFamily="34" charset="0"/>
              </a:defRPr>
            </a:lvl3pPr>
            <a:lvl4pPr marL="1600200" indent="-228600">
              <a:spcBef>
                <a:spcPct val="20000"/>
              </a:spcBef>
              <a:buChar char="–"/>
              <a:defRPr kumimoji="1" sz="2000">
                <a:solidFill>
                  <a:schemeClr val="tx1"/>
                </a:solidFill>
                <a:latin typeface="Impact" panose="020B0806030902050204" pitchFamily="34" charset="0"/>
              </a:defRPr>
            </a:lvl4pPr>
            <a:lvl5pPr marL="2057400" indent="-228600">
              <a:spcBef>
                <a:spcPct val="20000"/>
              </a:spcBef>
              <a:buChar char="»"/>
              <a:defRPr kumimoji="1" sz="2000">
                <a:solidFill>
                  <a:schemeClr val="tx1"/>
                </a:solidFill>
                <a:latin typeface="Impact" panose="020B0806030902050204" pitchFamily="34" charset="0"/>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defRPr>
            </a:lvl9pPr>
          </a:lstStyle>
          <a:p>
            <a:pPr eaLnBrk="1" fontAlgn="auto" hangingPunct="1">
              <a:spcBef>
                <a:spcPct val="0"/>
              </a:spcBef>
              <a:spcAft>
                <a:spcPts val="0"/>
              </a:spcAft>
              <a:buClrTx/>
              <a:buSzTx/>
              <a:buFontTx/>
              <a:buNone/>
              <a:defRPr/>
            </a:pPr>
            <a:r>
              <a:rPr kumimoji="0" lang="es-ES" altLang="es-CL" sz="3000" b="1" dirty="0">
                <a:latin typeface="Times New Roman" panose="02020603050405020304" pitchFamily="18" charset="0"/>
              </a:rPr>
              <a:t>El ámbito en donde se producen</a:t>
            </a:r>
            <a:endParaRPr kumimoji="0" lang="es-CL" altLang="es-CL" sz="3000" b="1" dirty="0">
              <a:latin typeface="Times New Roman" panose="02020603050405020304" pitchFamily="18" charset="0"/>
            </a:endParaRPr>
          </a:p>
        </p:txBody>
      </p:sp>
      <p:pic>
        <p:nvPicPr>
          <p:cNvPr id="12295" name="Imagen 10">
            <a:extLst>
              <a:ext uri="{FF2B5EF4-FFF2-40B4-BE49-F238E27FC236}">
                <a16:creationId xmlns:a16="http://schemas.microsoft.com/office/drawing/2014/main" id="{D8AE4531-2A85-0F82-DD8B-BC20379D4DA5}"/>
              </a:ext>
            </a:extLst>
          </p:cNvPr>
          <p:cNvPicPr>
            <a:picLocks noChangeAspect="1" noChangeArrowheads="1"/>
          </p:cNvPicPr>
          <p:nvPr/>
        </p:nvPicPr>
        <p:blipFill>
          <a:blip r:embed="rId2"/>
          <a:srcRect/>
          <a:stretch>
            <a:fillRect/>
          </a:stretch>
        </p:blipFill>
        <p:spPr bwMode="auto">
          <a:xfrm>
            <a:off x="3095625" y="5081588"/>
            <a:ext cx="2952750" cy="1552575"/>
          </a:xfrm>
          <a:prstGeom prst="rect">
            <a:avLst/>
          </a:prstGeom>
          <a:ln/>
        </p:spPr>
        <p:style>
          <a:lnRef idx="2">
            <a:schemeClr val="accent1"/>
          </a:lnRef>
          <a:fillRef idx="1">
            <a:schemeClr val="lt1"/>
          </a:fillRef>
          <a:effectRef idx="0">
            <a:schemeClr val="accent1"/>
          </a:effectRef>
          <a:fontRef idx="minor">
            <a:schemeClr val="dk1"/>
          </a:fontRef>
        </p:style>
      </p:pic>
      <p:sp>
        <p:nvSpPr>
          <p:cNvPr id="4" name="CuadroTexto 5">
            <a:extLst>
              <a:ext uri="{FF2B5EF4-FFF2-40B4-BE49-F238E27FC236}">
                <a16:creationId xmlns:a16="http://schemas.microsoft.com/office/drawing/2014/main" id="{5030DB70-D9E6-1812-1101-AB936432FE7E}"/>
              </a:ext>
            </a:extLst>
          </p:cNvPr>
          <p:cNvSpPr txBox="1">
            <a:spLocks noChangeArrowheads="1"/>
          </p:cNvSpPr>
          <p:nvPr/>
        </p:nvSpPr>
        <p:spPr bwMode="auto">
          <a:xfrm>
            <a:off x="539750" y="2365375"/>
            <a:ext cx="3384550" cy="554038"/>
          </a:xfrm>
          <a:prstGeom prst="rect">
            <a:avLst/>
          </a:prstGeom>
          <a:ln/>
        </p:spPr>
        <p:style>
          <a:lnRef idx="2">
            <a:schemeClr val="accent1"/>
          </a:lnRef>
          <a:fillRef idx="1">
            <a:schemeClr val="lt1"/>
          </a:fillRef>
          <a:effectRef idx="0">
            <a:schemeClr val="accent1"/>
          </a:effectRef>
          <a:fontRef idx="minor">
            <a:schemeClr val="dk1"/>
          </a:fontRef>
        </p:style>
        <p:txBody>
          <a:bodyPr>
            <a:spAutoFit/>
          </a:bodyPr>
          <a:lstStyle>
            <a:lvl1pPr>
              <a:spcBef>
                <a:spcPct val="20000"/>
              </a:spcBef>
              <a:buClr>
                <a:schemeClr val="accent1"/>
              </a:buClr>
              <a:buSzPct val="75000"/>
              <a:buFont typeface="Monotype Sorts" pitchFamily="2" charset="2"/>
              <a:buChar char="b"/>
              <a:defRPr kumimoji="1" sz="3200">
                <a:solidFill>
                  <a:schemeClr val="tx1"/>
                </a:solidFill>
                <a:latin typeface="Impact" panose="020B0806030902050204" pitchFamily="34" charset="0"/>
              </a:defRPr>
            </a:lvl1pPr>
            <a:lvl2pPr marL="742950" indent="-285750">
              <a:spcBef>
                <a:spcPct val="20000"/>
              </a:spcBef>
              <a:buClr>
                <a:schemeClr val="accent2"/>
              </a:buClr>
              <a:buChar char="•"/>
              <a:defRPr kumimoji="1" sz="2800">
                <a:solidFill>
                  <a:schemeClr val="tx1"/>
                </a:solidFill>
                <a:latin typeface="Impact" panose="020B0806030902050204" pitchFamily="34" charset="0"/>
              </a:defRPr>
            </a:lvl2pPr>
            <a:lvl3pPr marL="1143000" indent="-228600">
              <a:spcBef>
                <a:spcPct val="20000"/>
              </a:spcBef>
              <a:buChar char="–"/>
              <a:defRPr kumimoji="1" sz="2400">
                <a:solidFill>
                  <a:schemeClr val="tx1"/>
                </a:solidFill>
                <a:latin typeface="Impact" panose="020B0806030902050204" pitchFamily="34" charset="0"/>
              </a:defRPr>
            </a:lvl3pPr>
            <a:lvl4pPr marL="1600200" indent="-228600">
              <a:spcBef>
                <a:spcPct val="20000"/>
              </a:spcBef>
              <a:buChar char="–"/>
              <a:defRPr kumimoji="1" sz="2000">
                <a:solidFill>
                  <a:schemeClr val="tx1"/>
                </a:solidFill>
                <a:latin typeface="Impact" panose="020B0806030902050204" pitchFamily="34" charset="0"/>
              </a:defRPr>
            </a:lvl4pPr>
            <a:lvl5pPr marL="2057400" indent="-228600">
              <a:spcBef>
                <a:spcPct val="20000"/>
              </a:spcBef>
              <a:buChar char="»"/>
              <a:defRPr kumimoji="1" sz="2000">
                <a:solidFill>
                  <a:schemeClr val="tx1"/>
                </a:solidFill>
                <a:latin typeface="Impact" panose="020B0806030902050204" pitchFamily="34" charset="0"/>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defRPr>
            </a:lvl9pPr>
          </a:lstStyle>
          <a:p>
            <a:pPr eaLnBrk="1" fontAlgn="auto" hangingPunct="1">
              <a:spcBef>
                <a:spcPct val="0"/>
              </a:spcBef>
              <a:spcAft>
                <a:spcPts val="0"/>
              </a:spcAft>
              <a:buClrTx/>
              <a:buSzTx/>
              <a:buFontTx/>
              <a:buNone/>
              <a:defRPr/>
            </a:pPr>
            <a:r>
              <a:rPr kumimoji="0" lang="es-ES" altLang="es-CL" sz="3000" b="1" dirty="0">
                <a:latin typeface="Times New Roman" panose="02020603050405020304" pitchFamily="18" charset="0"/>
              </a:rPr>
              <a:t>El público objetivo</a:t>
            </a:r>
            <a:endParaRPr kumimoji="0" lang="es-CL" altLang="es-CL" sz="3000"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26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26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27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animBg="1"/>
      <p:bldP spid="11269" grpId="0" animBg="1"/>
      <p:bldP spid="11270" grpId="0" animBg="1"/>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3">
            <a:extLst>
              <a:ext uri="{FF2B5EF4-FFF2-40B4-BE49-F238E27FC236}">
                <a16:creationId xmlns:a16="http://schemas.microsoft.com/office/drawing/2014/main" id="{79495077-160A-25A7-1CE8-AF60100BCA3B}"/>
              </a:ext>
            </a:extLst>
          </p:cNvPr>
          <p:cNvSpPr txBox="1"/>
          <p:nvPr/>
        </p:nvSpPr>
        <p:spPr>
          <a:xfrm>
            <a:off x="304800" y="5740400"/>
            <a:ext cx="2160588" cy="646113"/>
          </a:xfrm>
          <a:prstGeom prst="rect">
            <a:avLst/>
          </a:prstGeom>
          <a:noFill/>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r>
              <a:rPr lang="es-ES" dirty="0">
                <a:solidFill>
                  <a:schemeClr val="bg2">
                    <a:lumMod val="50000"/>
                  </a:schemeClr>
                </a:solidFill>
              </a:rPr>
              <a:t>Veamos el siguiente video</a:t>
            </a:r>
            <a:endParaRPr lang="es-CL" dirty="0">
              <a:solidFill>
                <a:schemeClr val="bg2">
                  <a:lumMod val="50000"/>
                </a:schemeClr>
              </a:solidFill>
            </a:endParaRPr>
          </a:p>
        </p:txBody>
      </p:sp>
      <p:pic>
        <p:nvPicPr>
          <p:cNvPr id="14339" name="Imagen 2">
            <a:hlinkClick r:id="rId2"/>
            <a:extLst>
              <a:ext uri="{FF2B5EF4-FFF2-40B4-BE49-F238E27FC236}">
                <a16:creationId xmlns:a16="http://schemas.microsoft.com/office/drawing/2014/main" id="{EA43351B-0E7E-FB49-C8F1-DB327E9DAE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975" y="5751513"/>
            <a:ext cx="782638"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0" name="CuadroTexto 4">
            <a:extLst>
              <a:ext uri="{FF2B5EF4-FFF2-40B4-BE49-F238E27FC236}">
                <a16:creationId xmlns:a16="http://schemas.microsoft.com/office/drawing/2014/main" id="{C782ECB5-6527-3958-68C6-1767EA5A0FE4}"/>
              </a:ext>
            </a:extLst>
          </p:cNvPr>
          <p:cNvSpPr txBox="1">
            <a:spLocks noChangeArrowheads="1"/>
          </p:cNvSpPr>
          <p:nvPr/>
        </p:nvSpPr>
        <p:spPr bwMode="auto">
          <a:xfrm>
            <a:off x="3276600" y="5973763"/>
            <a:ext cx="47894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eaLnBrk="1" hangingPunct="1"/>
            <a:r>
              <a:rPr lang="es-CL" altLang="es-CL" sz="1600" dirty="0">
                <a:solidFill>
                  <a:srgbClr val="C00000"/>
                </a:solidFill>
                <a:latin typeface="Calibri" panose="020F0502020204030204" pitchFamily="34" charset="0"/>
                <a:cs typeface="Calibri" panose="020F0502020204030204" pitchFamily="34" charset="0"/>
                <a:hlinkClick r:id="rId2"/>
              </a:rPr>
              <a:t>https://www.youtube.com/watch?v=0mRt2moXGjw</a:t>
            </a:r>
            <a:endParaRPr lang="es-CL" altLang="es-CL" sz="1600" dirty="0">
              <a:solidFill>
                <a:srgbClr val="C00000"/>
              </a:solidFill>
              <a:latin typeface="Calibri" panose="020F0502020204030204" pitchFamily="34" charset="0"/>
              <a:cs typeface="Calibri" panose="020F0502020204030204" pitchFamily="34" charset="0"/>
            </a:endParaRPr>
          </a:p>
        </p:txBody>
      </p:sp>
      <p:sp>
        <p:nvSpPr>
          <p:cNvPr id="3" name="CuadroTexto 2">
            <a:extLst>
              <a:ext uri="{FF2B5EF4-FFF2-40B4-BE49-F238E27FC236}">
                <a16:creationId xmlns:a16="http://schemas.microsoft.com/office/drawing/2014/main" id="{7A4335FA-1C62-DEB9-419B-EDC2728110AF}"/>
              </a:ext>
            </a:extLst>
          </p:cNvPr>
          <p:cNvSpPr txBox="1"/>
          <p:nvPr/>
        </p:nvSpPr>
        <p:spPr>
          <a:xfrm>
            <a:off x="251520" y="271988"/>
            <a:ext cx="8587679" cy="506292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eaLnBrk="1" fontAlgn="auto" hangingPunct="1">
              <a:spcBef>
                <a:spcPts val="0"/>
              </a:spcBef>
              <a:spcAft>
                <a:spcPts val="0"/>
              </a:spcAft>
              <a:defRPr/>
            </a:pPr>
            <a:r>
              <a:rPr lang="es-CL" sz="1900" u="sng" dirty="0">
                <a:latin typeface="Arial" panose="020B0604020202020204" pitchFamily="34" charset="0"/>
                <a:cs typeface="Arial" panose="020B0604020202020204" pitchFamily="34" charset="0"/>
              </a:rPr>
              <a:t>TIPOS DE TEXTOS, SEGÚN LA INTENCIÓN COMUNICATIVA DEL EMISOR</a:t>
            </a:r>
          </a:p>
          <a:p>
            <a:pPr algn="just" eaLnBrk="1" fontAlgn="auto" hangingPunct="1">
              <a:spcBef>
                <a:spcPts val="0"/>
              </a:spcBef>
              <a:spcAft>
                <a:spcPts val="0"/>
              </a:spcAft>
              <a:defRPr/>
            </a:pPr>
            <a:endParaRPr lang="es-CL" sz="1900" dirty="0">
              <a:latin typeface="Arial" panose="020B0604020202020204" pitchFamily="34" charset="0"/>
              <a:cs typeface="Arial" panose="020B0604020202020204" pitchFamily="34" charset="0"/>
            </a:endParaRPr>
          </a:p>
          <a:p>
            <a:pPr marL="342900" indent="-342900" algn="just" eaLnBrk="1" fontAlgn="auto" hangingPunct="1">
              <a:spcBef>
                <a:spcPts val="0"/>
              </a:spcBef>
              <a:spcAft>
                <a:spcPts val="0"/>
              </a:spcAft>
              <a:buFont typeface="Arial" panose="020B0604020202020204" pitchFamily="34" charset="0"/>
              <a:buChar char="•"/>
              <a:defRPr/>
            </a:pPr>
            <a:r>
              <a:rPr lang="es-CL" sz="1900" b="1" u="sng" dirty="0">
                <a:latin typeface="Arial" panose="020B0604020202020204" pitchFamily="34" charset="0"/>
                <a:cs typeface="Arial" panose="020B0604020202020204" pitchFamily="34" charset="0"/>
              </a:rPr>
              <a:t>Narrativo:</a:t>
            </a:r>
            <a:r>
              <a:rPr lang="es-CL" sz="1900" b="1" dirty="0">
                <a:latin typeface="Arial" panose="020B0604020202020204" pitchFamily="34" charset="0"/>
                <a:cs typeface="Arial" panose="020B0604020202020204" pitchFamily="34" charset="0"/>
              </a:rPr>
              <a:t> </a:t>
            </a:r>
            <a:r>
              <a:rPr lang="es-CL" sz="1900" dirty="0">
                <a:latin typeface="Arial" panose="020B0604020202020204" pitchFamily="34" charset="0"/>
                <a:cs typeface="Arial" panose="020B0604020202020204" pitchFamily="34" charset="0"/>
              </a:rPr>
              <a:t>es cuando se quiere dar a conocer un suceso, que puede ser imaginario o real, que ocurre en un tiempo y lugar determinado. Ejemplo: un reportaje.</a:t>
            </a:r>
          </a:p>
          <a:p>
            <a:pPr marL="342900" indent="-342900" algn="just" eaLnBrk="1" fontAlgn="auto" hangingPunct="1">
              <a:spcBef>
                <a:spcPts val="0"/>
              </a:spcBef>
              <a:spcAft>
                <a:spcPts val="0"/>
              </a:spcAft>
              <a:buFont typeface="Arial" panose="020B0604020202020204" pitchFamily="34" charset="0"/>
              <a:buChar char="•"/>
              <a:defRPr/>
            </a:pPr>
            <a:endParaRPr lang="es-CL" sz="1900" dirty="0">
              <a:latin typeface="Arial" panose="020B0604020202020204" pitchFamily="34" charset="0"/>
              <a:cs typeface="Arial" panose="020B0604020202020204" pitchFamily="34" charset="0"/>
            </a:endParaRPr>
          </a:p>
          <a:p>
            <a:pPr marL="342900" indent="-342900" algn="just" eaLnBrk="1" fontAlgn="auto" hangingPunct="1">
              <a:spcBef>
                <a:spcPts val="0"/>
              </a:spcBef>
              <a:spcAft>
                <a:spcPts val="0"/>
              </a:spcAft>
              <a:buFont typeface="Arial" panose="020B0604020202020204" pitchFamily="34" charset="0"/>
              <a:buChar char="•"/>
              <a:defRPr/>
            </a:pPr>
            <a:r>
              <a:rPr lang="es-CL" sz="1900" b="1" u="sng" dirty="0">
                <a:latin typeface="Arial" panose="020B0604020202020204" pitchFamily="34" charset="0"/>
                <a:cs typeface="Arial" panose="020B0604020202020204" pitchFamily="34" charset="0"/>
              </a:rPr>
              <a:t>Descriptivo:</a:t>
            </a:r>
            <a:r>
              <a:rPr lang="es-CL" sz="1900" b="1" dirty="0">
                <a:latin typeface="Arial" panose="020B0604020202020204" pitchFamily="34" charset="0"/>
                <a:cs typeface="Arial" panose="020B0604020202020204" pitchFamily="34" charset="0"/>
              </a:rPr>
              <a:t> </a:t>
            </a:r>
            <a:r>
              <a:rPr lang="es-CL" sz="1900" dirty="0">
                <a:latin typeface="Arial" panose="020B0604020202020204" pitchFamily="34" charset="0"/>
                <a:cs typeface="Arial" panose="020B0604020202020204" pitchFamily="34" charset="0"/>
              </a:rPr>
              <a:t>es cuando se presenta un elementos de la realidad, descrito de manera detallada; pueden ser objetos, lugares y/o personas. Ejemplo: un catálogo de ventas. </a:t>
            </a:r>
          </a:p>
          <a:p>
            <a:pPr marL="342900" indent="-342900" algn="just" eaLnBrk="1" fontAlgn="auto" hangingPunct="1">
              <a:spcBef>
                <a:spcPts val="0"/>
              </a:spcBef>
              <a:spcAft>
                <a:spcPts val="0"/>
              </a:spcAft>
              <a:buFont typeface="Arial" panose="020B0604020202020204" pitchFamily="34" charset="0"/>
              <a:buChar char="•"/>
              <a:defRPr/>
            </a:pPr>
            <a:endParaRPr lang="es-CL" sz="1900" dirty="0">
              <a:latin typeface="Arial" panose="020B0604020202020204" pitchFamily="34" charset="0"/>
              <a:cs typeface="Arial" panose="020B0604020202020204" pitchFamily="34" charset="0"/>
            </a:endParaRPr>
          </a:p>
          <a:p>
            <a:pPr marL="342900" indent="-342900" algn="just" eaLnBrk="1" fontAlgn="auto" hangingPunct="1">
              <a:spcBef>
                <a:spcPts val="0"/>
              </a:spcBef>
              <a:spcAft>
                <a:spcPts val="0"/>
              </a:spcAft>
              <a:buFont typeface="Arial" panose="020B0604020202020204" pitchFamily="34" charset="0"/>
              <a:buChar char="•"/>
              <a:defRPr/>
            </a:pPr>
            <a:r>
              <a:rPr lang="es-CL" sz="1900" b="1" u="sng" dirty="0">
                <a:latin typeface="Arial" panose="020B0604020202020204" pitchFamily="34" charset="0"/>
                <a:cs typeface="Arial" panose="020B0604020202020204" pitchFamily="34" charset="0"/>
              </a:rPr>
              <a:t>Expositivo:</a:t>
            </a:r>
            <a:r>
              <a:rPr lang="es-CL" sz="1900" dirty="0">
                <a:latin typeface="Arial" panose="020B0604020202020204" pitchFamily="34" charset="0"/>
                <a:cs typeface="Arial" panose="020B0604020202020204" pitchFamily="34" charset="0"/>
              </a:rPr>
              <a:t> su intención es facilitar la comprensión de un tema y/o informar sobre algo, esto a través del desarrollo y explicación con el propósito de informar. Ejemplo: una noticia.</a:t>
            </a:r>
          </a:p>
          <a:p>
            <a:pPr marL="342900" indent="-342900" algn="just" eaLnBrk="1" fontAlgn="auto" hangingPunct="1">
              <a:spcBef>
                <a:spcPts val="0"/>
              </a:spcBef>
              <a:spcAft>
                <a:spcPts val="0"/>
              </a:spcAft>
              <a:buFont typeface="Arial" panose="020B0604020202020204" pitchFamily="34" charset="0"/>
              <a:buChar char="•"/>
              <a:defRPr/>
            </a:pPr>
            <a:endParaRPr lang="es-CL" sz="1900" dirty="0">
              <a:latin typeface="Arial" panose="020B0604020202020204" pitchFamily="34" charset="0"/>
              <a:cs typeface="Arial" panose="020B0604020202020204" pitchFamily="34" charset="0"/>
            </a:endParaRPr>
          </a:p>
          <a:p>
            <a:pPr marL="342900" indent="-342900" algn="just" eaLnBrk="1" fontAlgn="auto" hangingPunct="1">
              <a:spcBef>
                <a:spcPts val="0"/>
              </a:spcBef>
              <a:spcAft>
                <a:spcPts val="0"/>
              </a:spcAft>
              <a:buFont typeface="Arial" panose="020B0604020202020204" pitchFamily="34" charset="0"/>
              <a:buChar char="•"/>
              <a:defRPr/>
            </a:pPr>
            <a:r>
              <a:rPr lang="es-CL" sz="1900" b="1" u="sng" dirty="0">
                <a:latin typeface="Arial" panose="020B0604020202020204" pitchFamily="34" charset="0"/>
                <a:cs typeface="Arial" panose="020B0604020202020204" pitchFamily="34" charset="0"/>
              </a:rPr>
              <a:t>Argumentativo:</a:t>
            </a:r>
            <a:r>
              <a:rPr lang="es-CL" sz="1900" dirty="0">
                <a:latin typeface="Arial" panose="020B0604020202020204" pitchFamily="34" charset="0"/>
                <a:cs typeface="Arial" panose="020B0604020202020204" pitchFamily="34" charset="0"/>
              </a:rPr>
              <a:t> su intención es convencer y cambiar las ideas del receptor. Defiende o refuta una determinada idea u opinión. Ejemplo: un ensayo. </a:t>
            </a:r>
            <a:endParaRPr lang="es-CL"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8">
            <a:extLst>
              <a:ext uri="{FF2B5EF4-FFF2-40B4-BE49-F238E27FC236}">
                <a16:creationId xmlns:a16="http://schemas.microsoft.com/office/drawing/2014/main" id="{9B490868-04A6-C7B0-C14B-FD877CAA21EF}"/>
              </a:ext>
            </a:extLst>
          </p:cNvPr>
          <p:cNvSpPr txBox="1">
            <a:spLocks noChangeArrowheads="1"/>
          </p:cNvSpPr>
          <p:nvPr/>
        </p:nvSpPr>
        <p:spPr bwMode="auto">
          <a:xfrm>
            <a:off x="5220072" y="4725144"/>
            <a:ext cx="2089150" cy="584200"/>
          </a:xfrm>
          <a:prstGeom prst="rect">
            <a:avLst/>
          </a:prstGeom>
          <a:solidFill>
            <a:schemeClr val="bg1">
              <a:lumMod val="20000"/>
              <a:lumOff val="80000"/>
            </a:schemeClr>
          </a:solidFill>
          <a:ln>
            <a:noFill/>
          </a:ln>
        </p:spPr>
        <p:txBody>
          <a:bodyPr>
            <a:spAutoFit/>
          </a:bodyPr>
          <a:lstStyle>
            <a:lvl1pPr>
              <a:spcBef>
                <a:spcPct val="20000"/>
              </a:spcBef>
              <a:buClr>
                <a:schemeClr val="accent1"/>
              </a:buClr>
              <a:buSzPct val="75000"/>
              <a:buFont typeface="Monotype Sorts" pitchFamily="2" charset="2"/>
              <a:buChar char="b"/>
              <a:defRPr kumimoji="1" sz="3200">
                <a:solidFill>
                  <a:schemeClr val="tx1"/>
                </a:solidFill>
                <a:latin typeface="Impact" panose="020B0806030902050204" pitchFamily="34" charset="0"/>
              </a:defRPr>
            </a:lvl1pPr>
            <a:lvl2pPr marL="742950" indent="-285750">
              <a:spcBef>
                <a:spcPct val="20000"/>
              </a:spcBef>
              <a:buClr>
                <a:schemeClr val="accent2"/>
              </a:buClr>
              <a:buChar char="•"/>
              <a:defRPr kumimoji="1" sz="2800">
                <a:solidFill>
                  <a:schemeClr val="tx1"/>
                </a:solidFill>
                <a:latin typeface="Impact" panose="020B0806030902050204" pitchFamily="34" charset="0"/>
              </a:defRPr>
            </a:lvl2pPr>
            <a:lvl3pPr marL="1143000" indent="-228600">
              <a:spcBef>
                <a:spcPct val="20000"/>
              </a:spcBef>
              <a:buChar char="–"/>
              <a:defRPr kumimoji="1" sz="2400">
                <a:solidFill>
                  <a:schemeClr val="tx1"/>
                </a:solidFill>
                <a:latin typeface="Impact" panose="020B0806030902050204" pitchFamily="34" charset="0"/>
              </a:defRPr>
            </a:lvl3pPr>
            <a:lvl4pPr marL="1600200" indent="-228600">
              <a:spcBef>
                <a:spcPct val="20000"/>
              </a:spcBef>
              <a:buChar char="–"/>
              <a:defRPr kumimoji="1" sz="2000">
                <a:solidFill>
                  <a:schemeClr val="tx1"/>
                </a:solidFill>
                <a:latin typeface="Impact" panose="020B0806030902050204" pitchFamily="34" charset="0"/>
              </a:defRPr>
            </a:lvl4pPr>
            <a:lvl5pPr marL="2057400" indent="-228600">
              <a:spcBef>
                <a:spcPct val="20000"/>
              </a:spcBef>
              <a:buChar char="»"/>
              <a:defRPr kumimoji="1" sz="2000">
                <a:solidFill>
                  <a:schemeClr val="tx1"/>
                </a:solidFill>
                <a:latin typeface="Impact" panose="020B0806030902050204" pitchFamily="34" charset="0"/>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defRPr>
            </a:lvl9pPr>
          </a:lstStyle>
          <a:p>
            <a:pPr eaLnBrk="1" fontAlgn="auto" hangingPunct="1">
              <a:spcBef>
                <a:spcPct val="0"/>
              </a:spcBef>
              <a:spcAft>
                <a:spcPts val="0"/>
              </a:spcAft>
              <a:buClrTx/>
              <a:buSzTx/>
              <a:buFontTx/>
              <a:buNone/>
              <a:defRPr/>
            </a:pPr>
            <a:r>
              <a:rPr kumimoji="0" lang="es-ES" altLang="es-CL" b="1" dirty="0">
                <a:latin typeface="Times New Roman" panose="02020603050405020304" pitchFamily="18" charset="0"/>
              </a:rPr>
              <a:t>Narrativo</a:t>
            </a:r>
          </a:p>
        </p:txBody>
      </p:sp>
      <p:sp>
        <p:nvSpPr>
          <p:cNvPr id="3" name="CuadroTexto 2">
            <a:extLst>
              <a:ext uri="{FF2B5EF4-FFF2-40B4-BE49-F238E27FC236}">
                <a16:creationId xmlns:a16="http://schemas.microsoft.com/office/drawing/2014/main" id="{190C4503-A6EB-9A10-7E94-513621E8022A}"/>
              </a:ext>
            </a:extLst>
          </p:cNvPr>
          <p:cNvSpPr txBox="1"/>
          <p:nvPr/>
        </p:nvSpPr>
        <p:spPr>
          <a:xfrm>
            <a:off x="3203575" y="314325"/>
            <a:ext cx="2520950" cy="477838"/>
          </a:xfrm>
          <a:prstGeom prst="rect">
            <a:avLst/>
          </a:prstGeom>
          <a:solidFill>
            <a:schemeClr val="bg1">
              <a:lumMod val="20000"/>
              <a:lumOff val="80000"/>
            </a:schemeClr>
          </a:solidFill>
        </p:spPr>
        <p:txBody>
          <a:bodyPr>
            <a:spAutoFit/>
          </a:bodyPr>
          <a:lstStyle/>
          <a:p>
            <a:pPr algn="ctr" eaLnBrk="1" fontAlgn="auto" hangingPunct="1">
              <a:spcBef>
                <a:spcPts val="0"/>
              </a:spcBef>
              <a:spcAft>
                <a:spcPts val="0"/>
              </a:spcAft>
              <a:defRPr/>
            </a:pPr>
            <a:r>
              <a:rPr lang="es-ES" altLang="es-CL" sz="2500" b="1" dirty="0">
                <a:latin typeface="Arial" panose="020B0604020202020204" pitchFamily="34" charset="0"/>
                <a:cs typeface="Arial" panose="020B0604020202020204" pitchFamily="34" charset="0"/>
              </a:rPr>
              <a:t>Ejercitemos</a:t>
            </a:r>
            <a:r>
              <a:rPr lang="es-ES" altLang="es-CL" sz="2500" b="1" dirty="0">
                <a:solidFill>
                  <a:schemeClr val="accent6">
                    <a:lumMod val="50000"/>
                  </a:schemeClr>
                </a:solidFill>
                <a:latin typeface="Arial" panose="020B0604020202020204" pitchFamily="34" charset="0"/>
                <a:cs typeface="Arial" panose="020B0604020202020204" pitchFamily="34" charset="0"/>
              </a:rPr>
              <a:t> </a:t>
            </a:r>
            <a:endParaRPr lang="es-CL" sz="2500" dirty="0">
              <a:latin typeface="Arial" panose="020B0604020202020204" pitchFamily="34" charset="0"/>
              <a:cs typeface="Arial" panose="020B0604020202020204" pitchFamily="34" charset="0"/>
            </a:endParaRPr>
          </a:p>
        </p:txBody>
      </p:sp>
      <p:sp>
        <p:nvSpPr>
          <p:cNvPr id="4" name="CuadroTexto 8">
            <a:extLst>
              <a:ext uri="{FF2B5EF4-FFF2-40B4-BE49-F238E27FC236}">
                <a16:creationId xmlns:a16="http://schemas.microsoft.com/office/drawing/2014/main" id="{B74C8B0E-68FF-894A-B5DC-0C1B41825DBB}"/>
              </a:ext>
            </a:extLst>
          </p:cNvPr>
          <p:cNvSpPr txBox="1">
            <a:spLocks noChangeArrowheads="1"/>
          </p:cNvSpPr>
          <p:nvPr/>
        </p:nvSpPr>
        <p:spPr bwMode="auto">
          <a:xfrm>
            <a:off x="4968453" y="5475168"/>
            <a:ext cx="2592388" cy="584200"/>
          </a:xfrm>
          <a:prstGeom prst="rect">
            <a:avLst/>
          </a:prstGeom>
          <a:solidFill>
            <a:schemeClr val="tx1">
              <a:lumMod val="95000"/>
            </a:schemeClr>
          </a:solidFill>
          <a:ln>
            <a:noFill/>
          </a:ln>
        </p:spPr>
        <p:txBody>
          <a:bodyPr>
            <a:spAutoFit/>
          </a:bodyPr>
          <a:lstStyle>
            <a:lvl1pPr>
              <a:spcBef>
                <a:spcPct val="20000"/>
              </a:spcBef>
              <a:buClr>
                <a:schemeClr val="accent1"/>
              </a:buClr>
              <a:buSzPct val="75000"/>
              <a:buFont typeface="Monotype Sorts" pitchFamily="2" charset="2"/>
              <a:buChar char="b"/>
              <a:defRPr kumimoji="1" sz="3200">
                <a:solidFill>
                  <a:schemeClr val="tx1"/>
                </a:solidFill>
                <a:latin typeface="Impact" panose="020B0806030902050204" pitchFamily="34" charset="0"/>
              </a:defRPr>
            </a:lvl1pPr>
            <a:lvl2pPr marL="742950" indent="-285750">
              <a:spcBef>
                <a:spcPct val="20000"/>
              </a:spcBef>
              <a:buClr>
                <a:schemeClr val="accent2"/>
              </a:buClr>
              <a:buChar char="•"/>
              <a:defRPr kumimoji="1" sz="2800">
                <a:solidFill>
                  <a:schemeClr val="tx1"/>
                </a:solidFill>
                <a:latin typeface="Impact" panose="020B0806030902050204" pitchFamily="34" charset="0"/>
              </a:defRPr>
            </a:lvl2pPr>
            <a:lvl3pPr marL="1143000" indent="-228600">
              <a:spcBef>
                <a:spcPct val="20000"/>
              </a:spcBef>
              <a:buChar char="–"/>
              <a:defRPr kumimoji="1" sz="2400">
                <a:solidFill>
                  <a:schemeClr val="tx1"/>
                </a:solidFill>
                <a:latin typeface="Impact" panose="020B0806030902050204" pitchFamily="34" charset="0"/>
              </a:defRPr>
            </a:lvl3pPr>
            <a:lvl4pPr marL="1600200" indent="-228600">
              <a:spcBef>
                <a:spcPct val="20000"/>
              </a:spcBef>
              <a:buChar char="–"/>
              <a:defRPr kumimoji="1" sz="2000">
                <a:solidFill>
                  <a:schemeClr val="tx1"/>
                </a:solidFill>
                <a:latin typeface="Impact" panose="020B0806030902050204" pitchFamily="34" charset="0"/>
              </a:defRPr>
            </a:lvl4pPr>
            <a:lvl5pPr marL="2057400" indent="-228600">
              <a:spcBef>
                <a:spcPct val="20000"/>
              </a:spcBef>
              <a:buChar char="»"/>
              <a:defRPr kumimoji="1" sz="2000">
                <a:solidFill>
                  <a:schemeClr val="tx1"/>
                </a:solidFill>
                <a:latin typeface="Impact" panose="020B0806030902050204" pitchFamily="34" charset="0"/>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defRPr>
            </a:lvl9pPr>
          </a:lstStyle>
          <a:p>
            <a:pPr eaLnBrk="1" fontAlgn="auto" hangingPunct="1">
              <a:spcBef>
                <a:spcPct val="0"/>
              </a:spcBef>
              <a:spcAft>
                <a:spcPts val="0"/>
              </a:spcAft>
              <a:buClrTx/>
              <a:buSzTx/>
              <a:buFontTx/>
              <a:buNone/>
              <a:defRPr/>
            </a:pPr>
            <a:r>
              <a:rPr kumimoji="0" lang="es-ES" altLang="es-CL" b="1" dirty="0">
                <a:solidFill>
                  <a:schemeClr val="bg1"/>
                </a:solidFill>
                <a:latin typeface="Times New Roman" panose="02020603050405020304" pitchFamily="18" charset="0"/>
              </a:rPr>
              <a:t>porque…</a:t>
            </a:r>
          </a:p>
        </p:txBody>
      </p:sp>
      <p:sp>
        <p:nvSpPr>
          <p:cNvPr id="5" name="CuadroTexto 4">
            <a:extLst>
              <a:ext uri="{FF2B5EF4-FFF2-40B4-BE49-F238E27FC236}">
                <a16:creationId xmlns:a16="http://schemas.microsoft.com/office/drawing/2014/main" id="{674A7C23-823C-5000-62AF-9A5291A3E6C0}"/>
              </a:ext>
            </a:extLst>
          </p:cNvPr>
          <p:cNvSpPr txBox="1"/>
          <p:nvPr/>
        </p:nvSpPr>
        <p:spPr>
          <a:xfrm>
            <a:off x="287337" y="957987"/>
            <a:ext cx="8569325" cy="3416320"/>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lgn="just" eaLnBrk="1" fontAlgn="auto" hangingPunct="1">
              <a:spcBef>
                <a:spcPts val="0"/>
              </a:spcBef>
              <a:spcAft>
                <a:spcPts val="0"/>
              </a:spcAft>
              <a:defRPr/>
            </a:pPr>
            <a:r>
              <a:rPr lang="es-ES" altLang="es-CL" sz="2400" dirty="0">
                <a:solidFill>
                  <a:schemeClr val="tx1"/>
                </a:solidFill>
                <a:latin typeface="Arial" panose="020B0604020202020204" pitchFamily="34" charset="0"/>
                <a:cs typeface="Arial" panose="020B0604020202020204" pitchFamily="34" charset="0"/>
              </a:rPr>
              <a:t>En una casucha aislada en el campo, festejaban María y toda su familia, su cumpleaños. Todos muy contentos esperaban el pastel. </a:t>
            </a:r>
          </a:p>
          <a:p>
            <a:pPr algn="just" eaLnBrk="1" fontAlgn="auto" hangingPunct="1">
              <a:spcBef>
                <a:spcPts val="0"/>
              </a:spcBef>
              <a:spcAft>
                <a:spcPts val="0"/>
              </a:spcAft>
              <a:defRPr/>
            </a:pPr>
            <a:r>
              <a:rPr lang="es-ES" altLang="es-CL" sz="2400" dirty="0">
                <a:solidFill>
                  <a:schemeClr val="tx1"/>
                </a:solidFill>
                <a:latin typeface="Arial" panose="020B0604020202020204" pitchFamily="34" charset="0"/>
                <a:cs typeface="Arial" panose="020B0604020202020204" pitchFamily="34" charset="0"/>
              </a:rPr>
              <a:t>De pronto aparece el padre sosteniendo el pastel en sus manos y caminando hacia la niña, pero repentinamente resbaló y empapó por completo a la cumpleañera con la torta. </a:t>
            </a:r>
          </a:p>
          <a:p>
            <a:pPr algn="just" eaLnBrk="1" fontAlgn="auto" hangingPunct="1">
              <a:spcBef>
                <a:spcPts val="0"/>
              </a:spcBef>
              <a:spcAft>
                <a:spcPts val="0"/>
              </a:spcAft>
              <a:defRPr/>
            </a:pPr>
            <a:r>
              <a:rPr lang="es-ES" altLang="es-CL" sz="2400" dirty="0">
                <a:solidFill>
                  <a:schemeClr val="tx1"/>
                </a:solidFill>
                <a:latin typeface="Arial" panose="020B0604020202020204" pitchFamily="34" charset="0"/>
                <a:cs typeface="Arial" panose="020B0604020202020204" pitchFamily="34" charset="0"/>
              </a:rPr>
              <a:t>La madre se enojó mucho y armó un alboroto, pero María en lugar de enojarse, se rio mucho por la situación, se levantó de su silla y fue a abrazarlos.</a:t>
            </a:r>
            <a:endParaRPr lang="es-CL" sz="2400" dirty="0">
              <a:solidFill>
                <a:schemeClr val="tx1"/>
              </a:solidFill>
              <a:latin typeface="Arial" panose="020B0604020202020204" pitchFamily="34" charset="0"/>
              <a:cs typeface="Arial" panose="020B0604020202020204" pitchFamily="34" charset="0"/>
            </a:endParaRPr>
          </a:p>
        </p:txBody>
      </p:sp>
      <p:pic>
        <p:nvPicPr>
          <p:cNvPr id="2050" name="Picture 2" descr="Feliz cumpleaños niña niño pequeño con regalos globos y confeti ...">
            <a:extLst>
              <a:ext uri="{FF2B5EF4-FFF2-40B4-BE49-F238E27FC236}">
                <a16:creationId xmlns:a16="http://schemas.microsoft.com/office/drawing/2014/main" id="{3F98227A-2D18-88DC-5165-5AC495D1BF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4467056"/>
            <a:ext cx="2664296" cy="20162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8">
            <a:extLst>
              <a:ext uri="{FF2B5EF4-FFF2-40B4-BE49-F238E27FC236}">
                <a16:creationId xmlns:a16="http://schemas.microsoft.com/office/drawing/2014/main" id="{CE466F3D-93C0-795F-45CA-C173D3898FA8}"/>
              </a:ext>
            </a:extLst>
          </p:cNvPr>
          <p:cNvSpPr txBox="1">
            <a:spLocks noChangeArrowheads="1"/>
          </p:cNvSpPr>
          <p:nvPr/>
        </p:nvSpPr>
        <p:spPr bwMode="auto">
          <a:xfrm>
            <a:off x="1115616" y="5445224"/>
            <a:ext cx="2223343" cy="584200"/>
          </a:xfrm>
          <a:prstGeom prst="rect">
            <a:avLst/>
          </a:prstGeom>
          <a:solidFill>
            <a:schemeClr val="bg1">
              <a:lumMod val="20000"/>
              <a:lumOff val="80000"/>
            </a:schemeClr>
          </a:solidFill>
          <a:ln>
            <a:noFill/>
          </a:ln>
        </p:spPr>
        <p:txBody>
          <a:bodyPr wrap="square">
            <a:spAutoFit/>
          </a:bodyPr>
          <a:lstStyle>
            <a:lvl1pPr>
              <a:spcBef>
                <a:spcPct val="20000"/>
              </a:spcBef>
              <a:buClr>
                <a:schemeClr val="accent1"/>
              </a:buClr>
              <a:buSzPct val="75000"/>
              <a:buFont typeface="Monotype Sorts" pitchFamily="2" charset="2"/>
              <a:buChar char="b"/>
              <a:defRPr kumimoji="1" sz="3200">
                <a:solidFill>
                  <a:schemeClr val="tx1"/>
                </a:solidFill>
                <a:latin typeface="Impact" panose="020B0806030902050204" pitchFamily="34" charset="0"/>
              </a:defRPr>
            </a:lvl1pPr>
            <a:lvl2pPr marL="742950" indent="-285750">
              <a:spcBef>
                <a:spcPct val="20000"/>
              </a:spcBef>
              <a:buClr>
                <a:schemeClr val="accent2"/>
              </a:buClr>
              <a:buChar char="•"/>
              <a:defRPr kumimoji="1" sz="2800">
                <a:solidFill>
                  <a:schemeClr val="tx1"/>
                </a:solidFill>
                <a:latin typeface="Impact" panose="020B0806030902050204" pitchFamily="34" charset="0"/>
              </a:defRPr>
            </a:lvl2pPr>
            <a:lvl3pPr marL="1143000" indent="-228600">
              <a:spcBef>
                <a:spcPct val="20000"/>
              </a:spcBef>
              <a:buChar char="–"/>
              <a:defRPr kumimoji="1" sz="2400">
                <a:solidFill>
                  <a:schemeClr val="tx1"/>
                </a:solidFill>
                <a:latin typeface="Impact" panose="020B0806030902050204" pitchFamily="34" charset="0"/>
              </a:defRPr>
            </a:lvl3pPr>
            <a:lvl4pPr marL="1600200" indent="-228600">
              <a:spcBef>
                <a:spcPct val="20000"/>
              </a:spcBef>
              <a:buChar char="–"/>
              <a:defRPr kumimoji="1" sz="2000">
                <a:solidFill>
                  <a:schemeClr val="tx1"/>
                </a:solidFill>
                <a:latin typeface="Impact" panose="020B0806030902050204" pitchFamily="34" charset="0"/>
              </a:defRPr>
            </a:lvl4pPr>
            <a:lvl5pPr marL="2057400" indent="-228600">
              <a:spcBef>
                <a:spcPct val="20000"/>
              </a:spcBef>
              <a:buChar char="»"/>
              <a:defRPr kumimoji="1" sz="2000">
                <a:solidFill>
                  <a:schemeClr val="tx1"/>
                </a:solidFill>
                <a:latin typeface="Impact" panose="020B0806030902050204" pitchFamily="34" charset="0"/>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defRPr>
            </a:lvl9pPr>
          </a:lstStyle>
          <a:p>
            <a:pPr eaLnBrk="1" fontAlgn="auto" hangingPunct="1">
              <a:spcBef>
                <a:spcPct val="0"/>
              </a:spcBef>
              <a:spcAft>
                <a:spcPts val="0"/>
              </a:spcAft>
              <a:buClrTx/>
              <a:buSzTx/>
              <a:buFontTx/>
              <a:buNone/>
              <a:defRPr/>
            </a:pPr>
            <a:r>
              <a:rPr kumimoji="0" lang="es-ES" altLang="es-CL" b="1" dirty="0">
                <a:latin typeface="Times New Roman" panose="02020603050405020304" pitchFamily="18" charset="0"/>
              </a:rPr>
              <a:t>Descriptivo</a:t>
            </a:r>
          </a:p>
        </p:txBody>
      </p:sp>
      <p:sp>
        <p:nvSpPr>
          <p:cNvPr id="3" name="CuadroTexto 2">
            <a:extLst>
              <a:ext uri="{FF2B5EF4-FFF2-40B4-BE49-F238E27FC236}">
                <a16:creationId xmlns:a16="http://schemas.microsoft.com/office/drawing/2014/main" id="{78D931BC-7235-CA60-295A-EADE65CBB610}"/>
              </a:ext>
            </a:extLst>
          </p:cNvPr>
          <p:cNvSpPr txBox="1"/>
          <p:nvPr/>
        </p:nvSpPr>
        <p:spPr>
          <a:xfrm>
            <a:off x="3313815" y="5877272"/>
            <a:ext cx="2160588" cy="584775"/>
          </a:xfrm>
          <a:prstGeom prst="rect">
            <a:avLst/>
          </a:prstGeom>
          <a:noFill/>
        </p:spPr>
        <p:txBody>
          <a:bodyPr>
            <a:spAutoFit/>
          </a:bodyPr>
          <a:lstStyle/>
          <a:p>
            <a:pPr eaLnBrk="1" fontAlgn="auto" hangingPunct="1">
              <a:spcBef>
                <a:spcPts val="0"/>
              </a:spcBef>
              <a:spcAft>
                <a:spcPts val="0"/>
              </a:spcAft>
              <a:defRPr/>
            </a:pPr>
            <a:r>
              <a:rPr lang="es-ES" altLang="es-CL" sz="3200" b="1" dirty="0">
                <a:solidFill>
                  <a:schemeClr val="bg1"/>
                </a:solidFill>
                <a:highlight>
                  <a:srgbClr val="000000"/>
                </a:highlight>
                <a:latin typeface="+mn-lt"/>
              </a:rPr>
              <a:t>porque…</a:t>
            </a:r>
            <a:endParaRPr lang="es-CL" sz="3200" dirty="0">
              <a:solidFill>
                <a:schemeClr val="bg1"/>
              </a:solidFill>
              <a:highlight>
                <a:srgbClr val="000000"/>
              </a:highlight>
              <a:latin typeface="+mn-lt"/>
            </a:endParaRPr>
          </a:p>
        </p:txBody>
      </p:sp>
      <p:sp>
        <p:nvSpPr>
          <p:cNvPr id="18437" name="CuadroTexto 3">
            <a:extLst>
              <a:ext uri="{FF2B5EF4-FFF2-40B4-BE49-F238E27FC236}">
                <a16:creationId xmlns:a16="http://schemas.microsoft.com/office/drawing/2014/main" id="{FA276C33-7D04-7112-7ADA-926701B8E978}"/>
              </a:ext>
            </a:extLst>
          </p:cNvPr>
          <p:cNvSpPr txBox="1">
            <a:spLocks noChangeArrowheads="1"/>
          </p:cNvSpPr>
          <p:nvPr/>
        </p:nvSpPr>
        <p:spPr bwMode="auto">
          <a:xfrm>
            <a:off x="298450" y="452438"/>
            <a:ext cx="6769100" cy="4893647"/>
          </a:xfrm>
          <a:prstGeom prst="rect">
            <a:avLst/>
          </a:prstGeom>
          <a:ln/>
        </p:spPr>
        <p:style>
          <a:lnRef idx="2">
            <a:schemeClr val="dk1"/>
          </a:lnRef>
          <a:fillRef idx="1">
            <a:schemeClr val="lt1"/>
          </a:fillRef>
          <a:effectRef idx="0">
            <a:schemeClr val="dk1"/>
          </a:effectRef>
          <a:fontRef idx="minor">
            <a:schemeClr val="dk1"/>
          </a:fontRef>
        </p:style>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eaLnBrk="1" fontAlgn="auto" hangingPunct="1">
              <a:spcBef>
                <a:spcPts val="0"/>
              </a:spcBef>
              <a:spcAft>
                <a:spcPts val="0"/>
              </a:spcAft>
              <a:defRPr/>
            </a:pPr>
            <a:r>
              <a:rPr lang="es-ES" altLang="en-US" dirty="0">
                <a:latin typeface="Calibri" panose="020F0502020204030204" pitchFamily="34" charset="0"/>
                <a:cs typeface="Calibri" panose="020F0502020204030204" pitchFamily="34" charset="0"/>
              </a:rPr>
              <a:t>Mi padre se llamaba Esteban Duarte Diniz y era portugués, alto y con su pelo canoso. Tenía la piel de un color tostado y un estupendo bigote café oscuro que contrastaba con su cabellera blanca, pero parecía que le entregaba más fuerza a sus gestos. </a:t>
            </a:r>
          </a:p>
          <a:p>
            <a:pPr algn="just" eaLnBrk="1" fontAlgn="auto" hangingPunct="1">
              <a:spcBef>
                <a:spcPts val="0"/>
              </a:spcBef>
              <a:spcAft>
                <a:spcPts val="0"/>
              </a:spcAft>
              <a:defRPr/>
            </a:pPr>
            <a:r>
              <a:rPr lang="es-ES" altLang="en-US" dirty="0">
                <a:latin typeface="Calibri" panose="020F0502020204030204" pitchFamily="34" charset="0"/>
                <a:cs typeface="Calibri" panose="020F0502020204030204" pitchFamily="34" charset="0"/>
              </a:rPr>
              <a:t>Según cuentan, tenía excelente presencia, pero desde que estuvo en la cárcel esta se le arruino. </a:t>
            </a:r>
          </a:p>
          <a:p>
            <a:pPr algn="just" eaLnBrk="1" fontAlgn="auto" hangingPunct="1">
              <a:spcBef>
                <a:spcPts val="0"/>
              </a:spcBef>
              <a:spcAft>
                <a:spcPts val="0"/>
              </a:spcAft>
              <a:defRPr/>
            </a:pPr>
            <a:r>
              <a:rPr lang="es-ES" altLang="en-US" dirty="0">
                <a:latin typeface="Calibri" panose="020F0502020204030204" pitchFamily="34" charset="0"/>
                <a:cs typeface="Calibri" panose="020F0502020204030204" pitchFamily="34" charset="0"/>
              </a:rPr>
              <a:t>Yo le tenía un gran respeto y bastante miedo, y siempre que podía procuraba no tropezármelo, ya que era áspero y brusco en su forma de hablar y actuar, además que no toleraba que se le contradijese en nada, manía que yo respetaba por el miedo que le tenía.</a:t>
            </a:r>
            <a:endParaRPr lang="es-CL" altLang="en-US" dirty="0">
              <a:latin typeface="Calibri" panose="020F0502020204030204" pitchFamily="34" charset="0"/>
              <a:cs typeface="Calibri" panose="020F0502020204030204" pitchFamily="34" charset="0"/>
            </a:endParaRPr>
          </a:p>
        </p:txBody>
      </p:sp>
      <p:pic>
        <p:nvPicPr>
          <p:cNvPr id="1026" name="Picture 2" descr="Personaje de dibujos animados de un hombre con bigote. | Vector Premium">
            <a:extLst>
              <a:ext uri="{FF2B5EF4-FFF2-40B4-BE49-F238E27FC236}">
                <a16:creationId xmlns:a16="http://schemas.microsoft.com/office/drawing/2014/main" id="{E2E94ACC-9E09-8BFB-7217-822E09E402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828" t="6514" r="22800" b="8614"/>
          <a:stretch/>
        </p:blipFill>
        <p:spPr bwMode="auto">
          <a:xfrm>
            <a:off x="7204198" y="1556792"/>
            <a:ext cx="1656184" cy="25384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3B787A2-B869-CDF7-A354-0D682D05A4C2}"/>
              </a:ext>
            </a:extLst>
          </p:cNvPr>
          <p:cNvSpPr txBox="1"/>
          <p:nvPr/>
        </p:nvSpPr>
        <p:spPr>
          <a:xfrm>
            <a:off x="5508104" y="4808607"/>
            <a:ext cx="2303487" cy="584775"/>
          </a:xfrm>
          <a:prstGeom prst="rect">
            <a:avLst/>
          </a:prstGeom>
          <a:noFill/>
        </p:spPr>
        <p:txBody>
          <a:bodyPr wrap="square">
            <a:spAutoFit/>
          </a:bodyPr>
          <a:lstStyle/>
          <a:p>
            <a:pPr eaLnBrk="1" fontAlgn="auto" hangingPunct="1">
              <a:spcBef>
                <a:spcPts val="0"/>
              </a:spcBef>
              <a:spcAft>
                <a:spcPts val="0"/>
              </a:spcAft>
              <a:defRPr/>
            </a:pPr>
            <a:r>
              <a:rPr lang="es-ES" altLang="es-CL" sz="3200" b="1" dirty="0">
                <a:solidFill>
                  <a:schemeClr val="bg1"/>
                </a:solidFill>
                <a:highlight>
                  <a:srgbClr val="000000"/>
                </a:highlight>
                <a:latin typeface="+mn-lt"/>
              </a:rPr>
              <a:t>porque…</a:t>
            </a:r>
            <a:endParaRPr lang="es-CL" sz="3200" dirty="0">
              <a:solidFill>
                <a:schemeClr val="bg1"/>
              </a:solidFill>
              <a:highlight>
                <a:srgbClr val="000000"/>
              </a:highlight>
              <a:latin typeface="+mn-lt"/>
            </a:endParaRPr>
          </a:p>
        </p:txBody>
      </p:sp>
      <p:sp>
        <p:nvSpPr>
          <p:cNvPr id="19459" name="CuadroTexto 3">
            <a:extLst>
              <a:ext uri="{FF2B5EF4-FFF2-40B4-BE49-F238E27FC236}">
                <a16:creationId xmlns:a16="http://schemas.microsoft.com/office/drawing/2014/main" id="{D8296872-6FC8-78B0-CA84-19BBF38D0A48}"/>
              </a:ext>
            </a:extLst>
          </p:cNvPr>
          <p:cNvSpPr txBox="1">
            <a:spLocks noChangeArrowheads="1"/>
          </p:cNvSpPr>
          <p:nvPr/>
        </p:nvSpPr>
        <p:spPr bwMode="auto">
          <a:xfrm>
            <a:off x="343694" y="260648"/>
            <a:ext cx="8456612" cy="3046988"/>
          </a:xfrm>
          <a:prstGeom prst="rect">
            <a:avLst/>
          </a:prstGeom>
          <a:ln/>
        </p:spPr>
        <p:style>
          <a:lnRef idx="2">
            <a:schemeClr val="dk1"/>
          </a:lnRef>
          <a:fillRef idx="1">
            <a:schemeClr val="lt1"/>
          </a:fillRef>
          <a:effectRef idx="0">
            <a:schemeClr val="dk1"/>
          </a:effectRef>
          <a:fontRef idx="minor">
            <a:schemeClr val="dk1"/>
          </a:fontRef>
        </p:style>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eaLnBrk="1" fontAlgn="auto" hangingPunct="1">
              <a:spcBef>
                <a:spcPts val="0"/>
              </a:spcBef>
              <a:spcAft>
                <a:spcPts val="0"/>
              </a:spcAft>
              <a:defRPr/>
            </a:pPr>
            <a:r>
              <a:rPr lang="es-CL" altLang="es-CL" dirty="0">
                <a:solidFill>
                  <a:srgbClr val="000000"/>
                </a:solidFill>
                <a:latin typeface="ProximaNova"/>
              </a:rPr>
              <a:t>Se acerca mi cumpleaños y deseo que me regalen un perrito, pero de seguro mis padres se negarán. Hoy les daré tres razones para que me lo regalen.</a:t>
            </a:r>
          </a:p>
          <a:p>
            <a:pPr algn="just" eaLnBrk="1" fontAlgn="auto" hangingPunct="1">
              <a:spcBef>
                <a:spcPts val="0"/>
              </a:spcBef>
              <a:spcAft>
                <a:spcPts val="0"/>
              </a:spcAft>
              <a:defRPr/>
            </a:pPr>
            <a:r>
              <a:rPr lang="es-CL" altLang="es-CL" dirty="0">
                <a:solidFill>
                  <a:srgbClr val="000000"/>
                </a:solidFill>
                <a:latin typeface="ProximaNova"/>
              </a:rPr>
              <a:t>Ya tengo 10 años y soy suficientemente responsable para cuidar a mi perrito, darle de comer, bañarlo, etc., y he obtenido buenas notas durante el año escolar; eso demuestra mi seriedad como buen alumno e hijo. Además, un perro es el mejor amigo del hombre.</a:t>
            </a:r>
          </a:p>
        </p:txBody>
      </p:sp>
      <p:sp>
        <p:nvSpPr>
          <p:cNvPr id="5" name="CuadroTexto 8">
            <a:extLst>
              <a:ext uri="{FF2B5EF4-FFF2-40B4-BE49-F238E27FC236}">
                <a16:creationId xmlns:a16="http://schemas.microsoft.com/office/drawing/2014/main" id="{B3C41853-76E8-BD48-D0FA-7B56F29E65A5}"/>
              </a:ext>
            </a:extLst>
          </p:cNvPr>
          <p:cNvSpPr txBox="1">
            <a:spLocks noChangeArrowheads="1"/>
          </p:cNvSpPr>
          <p:nvPr/>
        </p:nvSpPr>
        <p:spPr bwMode="auto">
          <a:xfrm rot="10800000" flipV="1">
            <a:off x="4572000" y="4185920"/>
            <a:ext cx="2664297" cy="553998"/>
          </a:xfrm>
          <a:prstGeom prst="rect">
            <a:avLst/>
          </a:prstGeom>
          <a:solidFill>
            <a:schemeClr val="bg1">
              <a:lumMod val="20000"/>
              <a:lumOff val="80000"/>
            </a:schemeClr>
          </a:solidFill>
          <a:ln>
            <a:noFill/>
          </a:ln>
        </p:spPr>
        <p:txBody>
          <a:bodyPr wrap="square">
            <a:spAutoFit/>
          </a:bodyPr>
          <a:lstStyle>
            <a:lvl1pPr>
              <a:spcBef>
                <a:spcPct val="20000"/>
              </a:spcBef>
              <a:buClr>
                <a:schemeClr val="accent1"/>
              </a:buClr>
              <a:buSzPct val="75000"/>
              <a:buFont typeface="Monotype Sorts" pitchFamily="2" charset="2"/>
              <a:buChar char="b"/>
              <a:defRPr kumimoji="1" sz="3200">
                <a:solidFill>
                  <a:schemeClr val="tx1"/>
                </a:solidFill>
                <a:latin typeface="Impact" panose="020B0806030902050204" pitchFamily="34" charset="0"/>
              </a:defRPr>
            </a:lvl1pPr>
            <a:lvl2pPr marL="742950" indent="-285750">
              <a:spcBef>
                <a:spcPct val="20000"/>
              </a:spcBef>
              <a:buClr>
                <a:schemeClr val="accent2"/>
              </a:buClr>
              <a:buChar char="•"/>
              <a:defRPr kumimoji="1" sz="2800">
                <a:solidFill>
                  <a:schemeClr val="tx1"/>
                </a:solidFill>
                <a:latin typeface="Impact" panose="020B0806030902050204" pitchFamily="34" charset="0"/>
              </a:defRPr>
            </a:lvl2pPr>
            <a:lvl3pPr marL="1143000" indent="-228600">
              <a:spcBef>
                <a:spcPct val="20000"/>
              </a:spcBef>
              <a:buChar char="–"/>
              <a:defRPr kumimoji="1" sz="2400">
                <a:solidFill>
                  <a:schemeClr val="tx1"/>
                </a:solidFill>
                <a:latin typeface="Impact" panose="020B0806030902050204" pitchFamily="34" charset="0"/>
              </a:defRPr>
            </a:lvl3pPr>
            <a:lvl4pPr marL="1600200" indent="-228600">
              <a:spcBef>
                <a:spcPct val="20000"/>
              </a:spcBef>
              <a:buChar char="–"/>
              <a:defRPr kumimoji="1" sz="2000">
                <a:solidFill>
                  <a:schemeClr val="tx1"/>
                </a:solidFill>
                <a:latin typeface="Impact" panose="020B0806030902050204" pitchFamily="34" charset="0"/>
              </a:defRPr>
            </a:lvl4pPr>
            <a:lvl5pPr marL="2057400" indent="-228600">
              <a:spcBef>
                <a:spcPct val="20000"/>
              </a:spcBef>
              <a:buChar char="»"/>
              <a:defRPr kumimoji="1" sz="2000">
                <a:solidFill>
                  <a:schemeClr val="tx1"/>
                </a:solidFill>
                <a:latin typeface="Impact" panose="020B0806030902050204" pitchFamily="34" charset="0"/>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defRPr>
            </a:lvl9pPr>
          </a:lstStyle>
          <a:p>
            <a:pPr eaLnBrk="1" fontAlgn="auto" hangingPunct="1">
              <a:spcBef>
                <a:spcPct val="0"/>
              </a:spcBef>
              <a:spcAft>
                <a:spcPts val="0"/>
              </a:spcAft>
              <a:buClrTx/>
              <a:buSzTx/>
              <a:buFontTx/>
              <a:buNone/>
              <a:defRPr/>
            </a:pPr>
            <a:r>
              <a:rPr kumimoji="0" lang="es-ES" altLang="es-CL" sz="3000" b="1" dirty="0">
                <a:latin typeface="Times New Roman" panose="02020603050405020304" pitchFamily="18" charset="0"/>
              </a:rPr>
              <a:t>Argumentativo</a:t>
            </a:r>
          </a:p>
        </p:txBody>
      </p:sp>
      <p:pic>
        <p:nvPicPr>
          <p:cNvPr id="3074" name="Picture 2" descr="nino pequeno hablando con sus padres">
            <a:extLst>
              <a:ext uri="{FF2B5EF4-FFF2-40B4-BE49-F238E27FC236}">
                <a16:creationId xmlns:a16="http://schemas.microsoft.com/office/drawing/2014/main" id="{9CBE9B45-4AC2-998D-FA61-68C83C4741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3717032"/>
            <a:ext cx="3571876" cy="21764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ECC96A4-E24B-A42D-5840-BB75C12AD4A4}"/>
              </a:ext>
            </a:extLst>
          </p:cNvPr>
          <p:cNvSpPr txBox="1"/>
          <p:nvPr/>
        </p:nvSpPr>
        <p:spPr>
          <a:xfrm>
            <a:off x="2987824" y="5872450"/>
            <a:ext cx="2231553" cy="584775"/>
          </a:xfrm>
          <a:prstGeom prst="rect">
            <a:avLst/>
          </a:prstGeom>
          <a:noFill/>
        </p:spPr>
        <p:txBody>
          <a:bodyPr wrap="square">
            <a:spAutoFit/>
          </a:bodyPr>
          <a:lstStyle/>
          <a:p>
            <a:pPr eaLnBrk="1" fontAlgn="auto" hangingPunct="1">
              <a:spcBef>
                <a:spcPts val="0"/>
              </a:spcBef>
              <a:spcAft>
                <a:spcPts val="0"/>
              </a:spcAft>
              <a:defRPr/>
            </a:pPr>
            <a:r>
              <a:rPr lang="es-ES" altLang="es-CL" sz="3200" b="1" dirty="0">
                <a:solidFill>
                  <a:schemeClr val="bg1"/>
                </a:solidFill>
                <a:highlight>
                  <a:srgbClr val="000000"/>
                </a:highlight>
                <a:latin typeface="+mn-lt"/>
              </a:rPr>
              <a:t>porque…</a:t>
            </a:r>
            <a:endParaRPr lang="es-CL" sz="3200" dirty="0">
              <a:solidFill>
                <a:schemeClr val="bg1"/>
              </a:solidFill>
              <a:highlight>
                <a:srgbClr val="000000"/>
              </a:highlight>
              <a:latin typeface="+mn-lt"/>
            </a:endParaRPr>
          </a:p>
        </p:txBody>
      </p:sp>
      <p:sp>
        <p:nvSpPr>
          <p:cNvPr id="5" name="CuadroTexto 8">
            <a:extLst>
              <a:ext uri="{FF2B5EF4-FFF2-40B4-BE49-F238E27FC236}">
                <a16:creationId xmlns:a16="http://schemas.microsoft.com/office/drawing/2014/main" id="{1CE503E6-A67C-1A48-FD14-EA4FFBB463D4}"/>
              </a:ext>
            </a:extLst>
          </p:cNvPr>
          <p:cNvSpPr txBox="1">
            <a:spLocks noChangeArrowheads="1"/>
          </p:cNvSpPr>
          <p:nvPr/>
        </p:nvSpPr>
        <p:spPr bwMode="auto">
          <a:xfrm>
            <a:off x="865188" y="5580063"/>
            <a:ext cx="2050628" cy="584775"/>
          </a:xfrm>
          <a:prstGeom prst="rect">
            <a:avLst/>
          </a:prstGeom>
          <a:solidFill>
            <a:schemeClr val="bg1">
              <a:lumMod val="20000"/>
              <a:lumOff val="80000"/>
            </a:schemeClr>
          </a:solidFill>
          <a:ln>
            <a:noFill/>
          </a:ln>
        </p:spPr>
        <p:txBody>
          <a:bodyPr wrap="square">
            <a:spAutoFit/>
          </a:bodyPr>
          <a:lstStyle>
            <a:lvl1pPr>
              <a:spcBef>
                <a:spcPct val="20000"/>
              </a:spcBef>
              <a:buClr>
                <a:schemeClr val="accent1"/>
              </a:buClr>
              <a:buSzPct val="75000"/>
              <a:buFont typeface="Monotype Sorts" pitchFamily="2" charset="2"/>
              <a:buChar char="b"/>
              <a:defRPr kumimoji="1" sz="3200">
                <a:solidFill>
                  <a:schemeClr val="tx1"/>
                </a:solidFill>
                <a:latin typeface="Impact" panose="020B0806030902050204" pitchFamily="34" charset="0"/>
              </a:defRPr>
            </a:lvl1pPr>
            <a:lvl2pPr marL="742950" indent="-285750">
              <a:spcBef>
                <a:spcPct val="20000"/>
              </a:spcBef>
              <a:buClr>
                <a:schemeClr val="accent2"/>
              </a:buClr>
              <a:buChar char="•"/>
              <a:defRPr kumimoji="1" sz="2800">
                <a:solidFill>
                  <a:schemeClr val="tx1"/>
                </a:solidFill>
                <a:latin typeface="Impact" panose="020B0806030902050204" pitchFamily="34" charset="0"/>
              </a:defRPr>
            </a:lvl2pPr>
            <a:lvl3pPr marL="1143000" indent="-228600">
              <a:spcBef>
                <a:spcPct val="20000"/>
              </a:spcBef>
              <a:buChar char="–"/>
              <a:defRPr kumimoji="1" sz="2400">
                <a:solidFill>
                  <a:schemeClr val="tx1"/>
                </a:solidFill>
                <a:latin typeface="Impact" panose="020B0806030902050204" pitchFamily="34" charset="0"/>
              </a:defRPr>
            </a:lvl3pPr>
            <a:lvl4pPr marL="1600200" indent="-228600">
              <a:spcBef>
                <a:spcPct val="20000"/>
              </a:spcBef>
              <a:buChar char="–"/>
              <a:defRPr kumimoji="1" sz="2000">
                <a:solidFill>
                  <a:schemeClr val="tx1"/>
                </a:solidFill>
                <a:latin typeface="Impact" panose="020B0806030902050204" pitchFamily="34" charset="0"/>
              </a:defRPr>
            </a:lvl4pPr>
            <a:lvl5pPr marL="2057400" indent="-228600">
              <a:spcBef>
                <a:spcPct val="20000"/>
              </a:spcBef>
              <a:buChar char="»"/>
              <a:defRPr kumimoji="1" sz="2000">
                <a:solidFill>
                  <a:schemeClr val="tx1"/>
                </a:solidFill>
                <a:latin typeface="Impact" panose="020B0806030902050204" pitchFamily="34" charset="0"/>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defRPr>
            </a:lvl9pPr>
          </a:lstStyle>
          <a:p>
            <a:pPr eaLnBrk="1" fontAlgn="auto" hangingPunct="1">
              <a:spcBef>
                <a:spcPct val="0"/>
              </a:spcBef>
              <a:spcAft>
                <a:spcPts val="0"/>
              </a:spcAft>
              <a:buClrTx/>
              <a:buSzTx/>
              <a:buFontTx/>
              <a:buNone/>
              <a:defRPr/>
            </a:pPr>
            <a:r>
              <a:rPr kumimoji="0" lang="es-ES" altLang="es-CL" b="1" dirty="0">
                <a:latin typeface="Times New Roman" panose="02020603050405020304" pitchFamily="18" charset="0"/>
              </a:rPr>
              <a:t>Expositivo</a:t>
            </a:r>
          </a:p>
        </p:txBody>
      </p:sp>
      <p:sp>
        <p:nvSpPr>
          <p:cNvPr id="20484" name="CuadroTexto 12">
            <a:extLst>
              <a:ext uri="{FF2B5EF4-FFF2-40B4-BE49-F238E27FC236}">
                <a16:creationId xmlns:a16="http://schemas.microsoft.com/office/drawing/2014/main" id="{35172CD9-7770-B4E6-AD87-226CAFC60EE6}"/>
              </a:ext>
            </a:extLst>
          </p:cNvPr>
          <p:cNvSpPr txBox="1">
            <a:spLocks noChangeArrowheads="1"/>
          </p:cNvSpPr>
          <p:nvPr/>
        </p:nvSpPr>
        <p:spPr bwMode="auto">
          <a:xfrm>
            <a:off x="250825" y="257175"/>
            <a:ext cx="6697663" cy="5170646"/>
          </a:xfrm>
          <a:prstGeom prst="rect">
            <a:avLst/>
          </a:prstGeom>
          <a:ln/>
        </p:spPr>
        <p:style>
          <a:lnRef idx="2">
            <a:schemeClr val="dk1"/>
          </a:lnRef>
          <a:fillRef idx="1">
            <a:schemeClr val="lt1"/>
          </a:fillRef>
          <a:effectRef idx="0">
            <a:schemeClr val="dk1"/>
          </a:effectRef>
          <a:fontRef idx="minor">
            <a:schemeClr val="dk1"/>
          </a:fontRef>
        </p:style>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fontAlgn="auto" hangingPunct="1">
              <a:spcBef>
                <a:spcPts val="0"/>
              </a:spcBef>
              <a:spcAft>
                <a:spcPts val="0"/>
              </a:spcAft>
              <a:defRPr/>
            </a:pPr>
            <a:r>
              <a:rPr lang="es-ES" altLang="es-CL" sz="2200" b="1" dirty="0">
                <a:cs typeface="Times New Roman" panose="02020603050405020304" pitchFamily="18" charset="0"/>
              </a:rPr>
              <a:t>Los volcanes</a:t>
            </a:r>
          </a:p>
          <a:p>
            <a:pPr algn="just" eaLnBrk="1" fontAlgn="auto" hangingPunct="1">
              <a:spcBef>
                <a:spcPts val="0"/>
              </a:spcBef>
              <a:spcAft>
                <a:spcPts val="0"/>
              </a:spcAft>
              <a:defRPr/>
            </a:pPr>
            <a:br>
              <a:rPr lang="es-ES" altLang="es-CL" sz="2200" dirty="0">
                <a:cs typeface="Times New Roman" panose="02020603050405020304" pitchFamily="18" charset="0"/>
              </a:rPr>
            </a:br>
            <a:r>
              <a:rPr lang="es-ES" altLang="es-CL" sz="2200" dirty="0">
                <a:cs typeface="Times New Roman" panose="02020603050405020304" pitchFamily="18" charset="0"/>
              </a:rPr>
              <a:t>Un volcán es una formación geológica con forma de montaña y una abertura en su cima, llamada chimenea. Provocan erupciones, es decir, emisiones de lava, gases y cenizas procedentes del núcleo de la Tierra. </a:t>
            </a:r>
          </a:p>
          <a:p>
            <a:pPr algn="just" eaLnBrk="1" fontAlgn="auto" hangingPunct="1">
              <a:spcBef>
                <a:spcPts val="0"/>
              </a:spcBef>
              <a:spcAft>
                <a:spcPts val="0"/>
              </a:spcAft>
              <a:defRPr/>
            </a:pPr>
            <a:r>
              <a:rPr lang="es-ES" altLang="es-CL" sz="2200" dirty="0">
                <a:cs typeface="Times New Roman" panose="02020603050405020304" pitchFamily="18" charset="0"/>
              </a:rPr>
              <a:t>Un volcán se genera a partir de las roturas en la corteza terrestre por las que sale el magma, roca fundida procedente del interior de la tierra. El material que se acumula con cada erupción es el que da forma de montaña al volcán.</a:t>
            </a:r>
          </a:p>
          <a:p>
            <a:pPr algn="just" eaLnBrk="1" fontAlgn="auto" hangingPunct="1">
              <a:spcBef>
                <a:spcPts val="0"/>
              </a:spcBef>
              <a:spcAft>
                <a:spcPts val="0"/>
              </a:spcAft>
              <a:defRPr/>
            </a:pPr>
            <a:r>
              <a:rPr lang="es-ES" altLang="es-CL" sz="2200" dirty="0">
                <a:cs typeface="Times New Roman" panose="02020603050405020304" pitchFamily="18" charset="0"/>
              </a:rPr>
              <a:t>Existen volcanes debajo del mar, que, con el paso de millones de años, van acumulando la lava que expulsan y que al contacto con el agua se convierte en roca volcánica, dando lugar a la formación de islas.</a:t>
            </a:r>
            <a:endParaRPr lang="es-CL" altLang="es-CL" sz="2200" dirty="0">
              <a:cs typeface="Times New Roman" panose="02020603050405020304" pitchFamily="18" charset="0"/>
            </a:endParaRPr>
          </a:p>
        </p:txBody>
      </p:sp>
      <p:pic>
        <p:nvPicPr>
          <p:cNvPr id="18437" name="Imagen 13">
            <a:extLst>
              <a:ext uri="{FF2B5EF4-FFF2-40B4-BE49-F238E27FC236}">
                <a16:creationId xmlns:a16="http://schemas.microsoft.com/office/drawing/2014/main" id="{B95DF7E2-C605-775B-8AE6-5B228AB597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0272" y="2529234"/>
            <a:ext cx="1872903" cy="1872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ángulo 6">
            <a:extLst>
              <a:ext uri="{FF2B5EF4-FFF2-40B4-BE49-F238E27FC236}">
                <a16:creationId xmlns:a16="http://schemas.microsoft.com/office/drawing/2014/main" id="{616D18F8-4D2D-C470-50DA-9D718EBCF5E0}"/>
              </a:ext>
            </a:extLst>
          </p:cNvPr>
          <p:cNvSpPr>
            <a:spLocks noChangeArrowheads="1"/>
          </p:cNvSpPr>
          <p:nvPr/>
        </p:nvSpPr>
        <p:spPr bwMode="auto">
          <a:xfrm>
            <a:off x="391153" y="3692131"/>
            <a:ext cx="2176462" cy="430887"/>
          </a:xfrm>
          <a:prstGeom prst="rect">
            <a:avLst/>
          </a:prstGeom>
          <a:ln/>
        </p:spPr>
        <p:style>
          <a:lnRef idx="2">
            <a:schemeClr val="accent1"/>
          </a:lnRef>
          <a:fillRef idx="1">
            <a:schemeClr val="lt1"/>
          </a:fillRef>
          <a:effectRef idx="0">
            <a:schemeClr val="accent1"/>
          </a:effectRef>
          <a:fontRef idx="minor">
            <a:schemeClr val="dk1"/>
          </a:fontRef>
        </p:style>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algn="just" eaLnBrk="1" hangingPunct="1"/>
            <a:r>
              <a:rPr lang="es-ES" altLang="es-CL" sz="2200" b="1" dirty="0">
                <a:latin typeface="Times New Roman" panose="02020603050405020304" pitchFamily="18" charset="0"/>
                <a:cs typeface="Times New Roman" panose="02020603050405020304" pitchFamily="18" charset="0"/>
              </a:rPr>
              <a:t>3. Descripción</a:t>
            </a:r>
            <a:endParaRPr lang="es-CL" altLang="es-CL" sz="2200" b="1" dirty="0">
              <a:latin typeface="Times New Roman" panose="02020603050405020304" pitchFamily="18" charset="0"/>
              <a:cs typeface="Times New Roman" panose="02020603050405020304" pitchFamily="18" charset="0"/>
            </a:endParaRPr>
          </a:p>
        </p:txBody>
      </p:sp>
      <p:sp>
        <p:nvSpPr>
          <p:cNvPr id="19460" name="Rectángulo 7">
            <a:extLst>
              <a:ext uri="{FF2B5EF4-FFF2-40B4-BE49-F238E27FC236}">
                <a16:creationId xmlns:a16="http://schemas.microsoft.com/office/drawing/2014/main" id="{EB212DAD-E1E3-E81D-EDBA-44DF1325C9F7}"/>
              </a:ext>
            </a:extLst>
          </p:cNvPr>
          <p:cNvSpPr>
            <a:spLocks noChangeArrowheads="1"/>
          </p:cNvSpPr>
          <p:nvPr/>
        </p:nvSpPr>
        <p:spPr bwMode="auto">
          <a:xfrm>
            <a:off x="391153" y="4738689"/>
            <a:ext cx="2057400" cy="430887"/>
          </a:xfrm>
          <a:prstGeom prst="rect">
            <a:avLst/>
          </a:prstGeom>
          <a:ln/>
        </p:spPr>
        <p:style>
          <a:lnRef idx="2">
            <a:schemeClr val="accent1"/>
          </a:lnRef>
          <a:fillRef idx="1">
            <a:schemeClr val="lt1"/>
          </a:fillRef>
          <a:effectRef idx="0">
            <a:schemeClr val="accent1"/>
          </a:effectRef>
          <a:fontRef idx="minor">
            <a:schemeClr val="dk1"/>
          </a:fontRef>
        </p:style>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algn="just" eaLnBrk="1" hangingPunct="1"/>
            <a:r>
              <a:rPr lang="es-ES" altLang="es-CL" sz="2200" b="1">
                <a:latin typeface="Times New Roman" panose="02020603050405020304" pitchFamily="18" charset="0"/>
                <a:cs typeface="Times New Roman" panose="02020603050405020304" pitchFamily="18" charset="0"/>
              </a:rPr>
              <a:t>4. Narración</a:t>
            </a:r>
            <a:endParaRPr lang="es-CL" altLang="es-CL" sz="2200" b="1">
              <a:latin typeface="Times New Roman" panose="02020603050405020304" pitchFamily="18" charset="0"/>
              <a:cs typeface="Times New Roman" panose="02020603050405020304" pitchFamily="18" charset="0"/>
            </a:endParaRPr>
          </a:p>
        </p:txBody>
      </p:sp>
      <p:sp>
        <p:nvSpPr>
          <p:cNvPr id="19461" name="Rectángulo 8">
            <a:extLst>
              <a:ext uri="{FF2B5EF4-FFF2-40B4-BE49-F238E27FC236}">
                <a16:creationId xmlns:a16="http://schemas.microsoft.com/office/drawing/2014/main" id="{A5BEAC21-7A5F-4084-AB26-2ACC27AD1DE5}"/>
              </a:ext>
            </a:extLst>
          </p:cNvPr>
          <p:cNvSpPr>
            <a:spLocks noChangeArrowheads="1"/>
          </p:cNvSpPr>
          <p:nvPr/>
        </p:nvSpPr>
        <p:spPr bwMode="auto">
          <a:xfrm>
            <a:off x="391153" y="2348755"/>
            <a:ext cx="2279650" cy="430887"/>
          </a:xfrm>
          <a:prstGeom prst="rect">
            <a:avLst/>
          </a:prstGeom>
          <a:ln/>
        </p:spPr>
        <p:style>
          <a:lnRef idx="2">
            <a:schemeClr val="accent1"/>
          </a:lnRef>
          <a:fillRef idx="1">
            <a:schemeClr val="lt1"/>
          </a:fillRef>
          <a:effectRef idx="0">
            <a:schemeClr val="accent1"/>
          </a:effectRef>
          <a:fontRef idx="minor">
            <a:schemeClr val="dk1"/>
          </a:fontRef>
        </p:style>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algn="just" eaLnBrk="1" hangingPunct="1"/>
            <a:r>
              <a:rPr lang="es-ES" altLang="es-CL" sz="2200" b="1">
                <a:latin typeface="Times New Roman" panose="02020603050405020304" pitchFamily="18" charset="0"/>
                <a:cs typeface="Times New Roman" panose="02020603050405020304" pitchFamily="18" charset="0"/>
              </a:rPr>
              <a:t>2. Exposición</a:t>
            </a:r>
            <a:endParaRPr lang="es-CL" altLang="es-CL" sz="2200" b="1">
              <a:latin typeface="Times New Roman" panose="02020603050405020304" pitchFamily="18" charset="0"/>
              <a:cs typeface="Times New Roman" panose="02020603050405020304" pitchFamily="18" charset="0"/>
            </a:endParaRPr>
          </a:p>
        </p:txBody>
      </p:sp>
      <p:sp>
        <p:nvSpPr>
          <p:cNvPr id="19462" name="Rectángulo 10">
            <a:extLst>
              <a:ext uri="{FF2B5EF4-FFF2-40B4-BE49-F238E27FC236}">
                <a16:creationId xmlns:a16="http://schemas.microsoft.com/office/drawing/2014/main" id="{855B13C0-4E7E-5CC0-CFE3-74FFB920A70C}"/>
              </a:ext>
            </a:extLst>
          </p:cNvPr>
          <p:cNvSpPr>
            <a:spLocks noChangeArrowheads="1"/>
          </p:cNvSpPr>
          <p:nvPr/>
        </p:nvSpPr>
        <p:spPr bwMode="auto">
          <a:xfrm>
            <a:off x="395288" y="1338263"/>
            <a:ext cx="2855912" cy="430887"/>
          </a:xfrm>
          <a:prstGeom prst="rect">
            <a:avLst/>
          </a:prstGeom>
          <a:ln/>
        </p:spPr>
        <p:style>
          <a:lnRef idx="2">
            <a:schemeClr val="accent1"/>
          </a:lnRef>
          <a:fillRef idx="1">
            <a:schemeClr val="lt1"/>
          </a:fillRef>
          <a:effectRef idx="0">
            <a:schemeClr val="accent1"/>
          </a:effectRef>
          <a:fontRef idx="minor">
            <a:schemeClr val="dk1"/>
          </a:fontRef>
        </p:style>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algn="just" eaLnBrk="1" hangingPunct="1"/>
            <a:r>
              <a:rPr lang="es-ES" altLang="es-CL" sz="2200" b="1" dirty="0">
                <a:latin typeface="Times New Roman" panose="02020603050405020304" pitchFamily="18" charset="0"/>
                <a:cs typeface="Times New Roman" panose="02020603050405020304" pitchFamily="18" charset="0"/>
              </a:rPr>
              <a:t>1. Argumentación</a:t>
            </a:r>
            <a:endParaRPr lang="es-CL" altLang="es-CL" sz="2200" b="1" dirty="0">
              <a:latin typeface="Times New Roman" panose="02020603050405020304" pitchFamily="18" charset="0"/>
              <a:cs typeface="Times New Roman" panose="02020603050405020304" pitchFamily="18" charset="0"/>
            </a:endParaRPr>
          </a:p>
        </p:txBody>
      </p:sp>
      <p:sp>
        <p:nvSpPr>
          <p:cNvPr id="20" name="CuadroTexto 19">
            <a:extLst>
              <a:ext uri="{FF2B5EF4-FFF2-40B4-BE49-F238E27FC236}">
                <a16:creationId xmlns:a16="http://schemas.microsoft.com/office/drawing/2014/main" id="{8A05BC3E-CCB9-7202-945E-7A77AC6478FF}"/>
              </a:ext>
            </a:extLst>
          </p:cNvPr>
          <p:cNvSpPr txBox="1"/>
          <p:nvPr/>
        </p:nvSpPr>
        <p:spPr>
          <a:xfrm>
            <a:off x="4400872" y="4738689"/>
            <a:ext cx="4419600" cy="1785104"/>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lgn="ctr" eaLnBrk="1" fontAlgn="auto" hangingPunct="1">
              <a:spcBef>
                <a:spcPts val="0"/>
              </a:spcBef>
              <a:spcAft>
                <a:spcPts val="0"/>
              </a:spcAft>
              <a:defRPr/>
            </a:pPr>
            <a:r>
              <a:rPr lang="es-ES" sz="2200" dirty="0">
                <a:latin typeface="Times New Roman" panose="02020603050405020304" pitchFamily="18" charset="0"/>
                <a:cs typeface="Times New Roman" panose="02020603050405020304" pitchFamily="18" charset="0"/>
              </a:rPr>
              <a:t>La casa era amplia, luminosa y acogedora. Con el piso de madera y ventanas amplias que mostraban un bello jardín de flores rosas. Allí iba a vivir Clara durante 4 meses. </a:t>
            </a:r>
          </a:p>
        </p:txBody>
      </p:sp>
      <p:sp>
        <p:nvSpPr>
          <p:cNvPr id="21" name="CuadroTexto 20">
            <a:extLst>
              <a:ext uri="{FF2B5EF4-FFF2-40B4-BE49-F238E27FC236}">
                <a16:creationId xmlns:a16="http://schemas.microsoft.com/office/drawing/2014/main" id="{4F899B62-DA00-048D-361F-B87DE865F63D}"/>
              </a:ext>
            </a:extLst>
          </p:cNvPr>
          <p:cNvSpPr txBox="1"/>
          <p:nvPr/>
        </p:nvSpPr>
        <p:spPr>
          <a:xfrm>
            <a:off x="4400873" y="1268760"/>
            <a:ext cx="4419600" cy="76944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eaLnBrk="1" fontAlgn="auto" hangingPunct="1">
              <a:spcBef>
                <a:spcPts val="0"/>
              </a:spcBef>
              <a:spcAft>
                <a:spcPts val="0"/>
              </a:spcAft>
              <a:defRPr/>
            </a:pPr>
            <a:r>
              <a:rPr lang="es-ES" sz="2200" dirty="0">
                <a:solidFill>
                  <a:schemeClr val="tx1"/>
                </a:solidFill>
                <a:latin typeface="Times New Roman" panose="02020603050405020304" pitchFamily="18" charset="0"/>
                <a:cs typeface="Times New Roman" panose="02020603050405020304" pitchFamily="18" charset="0"/>
              </a:rPr>
              <a:t>Su finalidad es relatar un hecho o acontecimiento </a:t>
            </a:r>
          </a:p>
        </p:txBody>
      </p:sp>
      <p:sp>
        <p:nvSpPr>
          <p:cNvPr id="22" name="CuadroTexto 21">
            <a:extLst>
              <a:ext uri="{FF2B5EF4-FFF2-40B4-BE49-F238E27FC236}">
                <a16:creationId xmlns:a16="http://schemas.microsoft.com/office/drawing/2014/main" id="{268621D4-3B05-977B-3FAF-EF61661097E2}"/>
              </a:ext>
            </a:extLst>
          </p:cNvPr>
          <p:cNvSpPr txBox="1"/>
          <p:nvPr/>
        </p:nvSpPr>
        <p:spPr>
          <a:xfrm>
            <a:off x="4400873" y="3692131"/>
            <a:ext cx="4419600" cy="76944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eaLnBrk="1" fontAlgn="auto" hangingPunct="1">
              <a:spcBef>
                <a:spcPts val="0"/>
              </a:spcBef>
              <a:spcAft>
                <a:spcPts val="0"/>
              </a:spcAft>
              <a:defRPr/>
            </a:pPr>
            <a:r>
              <a:rPr lang="es-ES" sz="2200" dirty="0">
                <a:solidFill>
                  <a:schemeClr val="tx1"/>
                </a:solidFill>
                <a:latin typeface="Times New Roman" panose="02020603050405020304" pitchFamily="18" charset="0"/>
                <a:cs typeface="Times New Roman" panose="02020603050405020304" pitchFamily="18" charset="0"/>
              </a:rPr>
              <a:t>Intenta convencer o persuadir a través de argumentos diversos.</a:t>
            </a:r>
          </a:p>
        </p:txBody>
      </p:sp>
      <p:sp>
        <p:nvSpPr>
          <p:cNvPr id="23" name="CuadroTexto 22">
            <a:extLst>
              <a:ext uri="{FF2B5EF4-FFF2-40B4-BE49-F238E27FC236}">
                <a16:creationId xmlns:a16="http://schemas.microsoft.com/office/drawing/2014/main" id="{463B19EA-F81C-CA53-3792-694BEB01718B}"/>
              </a:ext>
            </a:extLst>
          </p:cNvPr>
          <p:cNvSpPr txBox="1"/>
          <p:nvPr/>
        </p:nvSpPr>
        <p:spPr>
          <a:xfrm>
            <a:off x="4400873" y="2344766"/>
            <a:ext cx="4419600" cy="76944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eaLnBrk="1" fontAlgn="auto" hangingPunct="1">
              <a:spcBef>
                <a:spcPts val="0"/>
              </a:spcBef>
              <a:spcAft>
                <a:spcPts val="0"/>
              </a:spcAft>
              <a:defRPr/>
            </a:pPr>
            <a:r>
              <a:rPr lang="es-ES" sz="2200" dirty="0">
                <a:solidFill>
                  <a:schemeClr val="tx1"/>
                </a:solidFill>
                <a:latin typeface="Times New Roman" panose="02020603050405020304" pitchFamily="18" charset="0"/>
                <a:cs typeface="Times New Roman" panose="02020603050405020304" pitchFamily="18" charset="0"/>
              </a:rPr>
              <a:t>Explicar a un cliente cómo se mide el nivel de aceite de un automóvil.</a:t>
            </a:r>
          </a:p>
        </p:txBody>
      </p:sp>
      <p:sp>
        <p:nvSpPr>
          <p:cNvPr id="2" name="Título 1">
            <a:extLst>
              <a:ext uri="{FF2B5EF4-FFF2-40B4-BE49-F238E27FC236}">
                <a16:creationId xmlns:a16="http://schemas.microsoft.com/office/drawing/2014/main" id="{3EC908F4-5D32-5F51-A973-FE44D5E337FF}"/>
              </a:ext>
            </a:extLst>
          </p:cNvPr>
          <p:cNvSpPr>
            <a:spLocks noGrp="1"/>
          </p:cNvSpPr>
          <p:nvPr>
            <p:ph type="title"/>
          </p:nvPr>
        </p:nvSpPr>
        <p:spPr>
          <a:xfrm>
            <a:off x="422009" y="439009"/>
            <a:ext cx="7030311" cy="430887"/>
          </a:xfrm>
        </p:spPr>
        <p:txBody>
          <a:bodyPr/>
          <a:lstStyle/>
          <a:p>
            <a:r>
              <a:rPr lang="es-CL" sz="3000" dirty="0">
                <a:latin typeface="Times New Roman" panose="02020603050405020304" pitchFamily="18" charset="0"/>
                <a:cs typeface="Times New Roman" panose="02020603050405020304" pitchFamily="18" charset="0"/>
              </a:rPr>
              <a:t>Actividad de cierre - Formemos parejas: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TM03457510[[fn=Savon]]</Template>
  <TotalTime>3118</TotalTime>
  <Words>993</Words>
  <Application>Microsoft Office PowerPoint</Application>
  <PresentationFormat>Presentación en pantalla (4:3)</PresentationFormat>
  <Paragraphs>69</Paragraphs>
  <Slides>12</Slides>
  <Notes>1</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12</vt:i4>
      </vt:variant>
    </vt:vector>
  </HeadingPairs>
  <TitlesOfParts>
    <vt:vector size="21" baseType="lpstr">
      <vt:lpstr>Arial</vt:lpstr>
      <vt:lpstr>Calibri</vt:lpstr>
      <vt:lpstr>Century Gothic</vt:lpstr>
      <vt:lpstr>Garamond</vt:lpstr>
      <vt:lpstr>Monotype Sorts</vt:lpstr>
      <vt:lpstr>ProximaNova</vt:lpstr>
      <vt:lpstr>Times New Roman</vt:lpstr>
      <vt:lpstr>Trebuchet MS</vt:lpstr>
      <vt:lpstr>Savon</vt:lpstr>
      <vt:lpstr>LENGUAJE Y COMUNICACIÓN: EL TEXTO</vt:lpstr>
      <vt:lpstr>Objetivos de la clase</vt:lpstr>
      <vt:lpstr>¿Qué es un texto?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Actividad de cierre - Formemos parejas:</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Funciones del Lenguaje</dc:title>
  <dc:creator>u</dc:creator>
  <cp:lastModifiedBy>Elizabeth Alexandra Muñoz Cañulef</cp:lastModifiedBy>
  <cp:revision>158</cp:revision>
  <dcterms:created xsi:type="dcterms:W3CDTF">2005-07-25T17:24:32Z</dcterms:created>
  <dcterms:modified xsi:type="dcterms:W3CDTF">2026-03-25T22:11:29Z</dcterms:modified>
</cp:coreProperties>
</file>